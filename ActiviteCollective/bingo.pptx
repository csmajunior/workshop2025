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</p:sldMasterIdLst>
  <p:sldIdLst>
    <p:sldId id="257" r:id="rId2"/>
    <p:sldId id="261" r:id="rId3"/>
    <p:sldId id="258" r:id="rId4"/>
    <p:sldId id="259" r:id="rId5"/>
    <p:sldId id="260" r:id="rId6"/>
  </p:sldIdLst>
  <p:sldSz cx="10080625" cy="5670550"/>
  <p:notesSz cx="7559675" cy="10691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EA74A3-C849-E090-690B-D2FBAA662ABD}" v="914" dt="2025-05-06T09:30:07.2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tilisateur invité" userId="S::urn:spo:tenantanon#b323bcb4-6d58-4f25-87bf-6366c3d689af::" providerId="AD" clId="Web-{0CEA74A3-C849-E090-690B-D2FBAA662ABD}"/>
    <pc:docChg chg="addSld delSld modSld addMainMaster delMainMaster">
      <pc:chgData name="Utilisateur invité" userId="S::urn:spo:tenantanon#b323bcb4-6d58-4f25-87bf-6366c3d689af::" providerId="AD" clId="Web-{0CEA74A3-C849-E090-690B-D2FBAA662ABD}" dt="2025-05-06T09:30:07.278" v="892" actId="20577"/>
      <pc:docMkLst>
        <pc:docMk/>
      </pc:docMkLst>
      <pc:sldChg chg="modSp del mod modClrScheme chgLayout">
        <pc:chgData name="Utilisateur invité" userId="S::urn:spo:tenantanon#b323bcb4-6d58-4f25-87bf-6366c3d689af::" providerId="AD" clId="Web-{0CEA74A3-C849-E090-690B-D2FBAA662ABD}" dt="2025-05-06T08:34:23.013" v="25"/>
        <pc:sldMkLst>
          <pc:docMk/>
          <pc:sldMk cId="0" sldId="256"/>
        </pc:sldMkLst>
        <pc:spChg chg="mod ord">
          <ac:chgData name="Utilisateur invité" userId="S::urn:spo:tenantanon#b323bcb4-6d58-4f25-87bf-6366c3d689af::" providerId="AD" clId="Web-{0CEA74A3-C849-E090-690B-D2FBAA662ABD}" dt="2025-05-06T08:33:12.527" v="7"/>
          <ac:spMkLst>
            <pc:docMk/>
            <pc:sldMk cId="0" sldId="256"/>
            <ac:spMk id="41" creationId="{00000000-0000-0000-0000-000000000000}"/>
          </ac:spMkLst>
        </pc:spChg>
        <pc:spChg chg="mod ord">
          <ac:chgData name="Utilisateur invité" userId="S::urn:spo:tenantanon#b323bcb4-6d58-4f25-87bf-6366c3d689af::" providerId="AD" clId="Web-{0CEA74A3-C849-E090-690B-D2FBAA662ABD}" dt="2025-05-06T08:33:12.527" v="7"/>
          <ac:spMkLst>
            <pc:docMk/>
            <pc:sldMk cId="0" sldId="256"/>
            <ac:spMk id="42" creationId="{00000000-0000-0000-0000-000000000000}"/>
          </ac:spMkLst>
        </pc:spChg>
      </pc:sldChg>
      <pc:sldChg chg="addSp delSp modSp new mod setBg modClrScheme chgLayout">
        <pc:chgData name="Utilisateur invité" userId="S::urn:spo:tenantanon#b323bcb4-6d58-4f25-87bf-6366c3d689af::" providerId="AD" clId="Web-{0CEA74A3-C849-E090-690B-D2FBAA662ABD}" dt="2025-05-06T08:52:20.033" v="449" actId="14100"/>
        <pc:sldMkLst>
          <pc:docMk/>
          <pc:sldMk cId="38323597" sldId="257"/>
        </pc:sldMkLst>
        <pc:spChg chg="mod ord">
          <ac:chgData name="Utilisateur invité" userId="S::urn:spo:tenantanon#b323bcb4-6d58-4f25-87bf-6366c3d689af::" providerId="AD" clId="Web-{0CEA74A3-C849-E090-690B-D2FBAA662ABD}" dt="2025-05-06T08:51:26.219" v="416"/>
          <ac:spMkLst>
            <pc:docMk/>
            <pc:sldMk cId="38323597" sldId="257"/>
            <ac:spMk id="2" creationId="{D60160C9-705C-F998-E9D6-44E0887E0260}"/>
          </ac:spMkLst>
        </pc:spChg>
        <pc:spChg chg="mod ord">
          <ac:chgData name="Utilisateur invité" userId="S::urn:spo:tenantanon#b323bcb4-6d58-4f25-87bf-6366c3d689af::" providerId="AD" clId="Web-{0CEA74A3-C849-E090-690B-D2FBAA662ABD}" dt="2025-05-06T08:52:20.033" v="449" actId="14100"/>
          <ac:spMkLst>
            <pc:docMk/>
            <pc:sldMk cId="38323597" sldId="257"/>
            <ac:spMk id="3" creationId="{8B15421D-61C4-DCB7-44A5-8DDDBA307083}"/>
          </ac:spMkLst>
        </pc:spChg>
        <pc:spChg chg="add mod ord">
          <ac:chgData name="Utilisateur invité" userId="S::urn:spo:tenantanon#b323bcb4-6d58-4f25-87bf-6366c3d689af::" providerId="AD" clId="Web-{0CEA74A3-C849-E090-690B-D2FBAA662ABD}" dt="2025-05-06T08:52:13.595" v="448" actId="14100"/>
          <ac:spMkLst>
            <pc:docMk/>
            <pc:sldMk cId="38323597" sldId="257"/>
            <ac:spMk id="4" creationId="{0B069CBE-D2FA-9C9C-1E1F-F73055824E7F}"/>
          </ac:spMkLst>
        </pc:spChg>
        <pc:spChg chg="add del">
          <ac:chgData name="Utilisateur invité" userId="S::urn:spo:tenantanon#b323bcb4-6d58-4f25-87bf-6366c3d689af::" providerId="AD" clId="Web-{0CEA74A3-C849-E090-690B-D2FBAA662ABD}" dt="2025-05-06T08:51:26.219" v="416"/>
          <ac:spMkLst>
            <pc:docMk/>
            <pc:sldMk cId="38323597" sldId="257"/>
            <ac:spMk id="9" creationId="{4C608BEB-860E-4094-8511-78603564A75E}"/>
          </ac:spMkLst>
        </pc:spChg>
        <pc:cxnChg chg="add del">
          <ac:chgData name="Utilisateur invité" userId="S::urn:spo:tenantanon#b323bcb4-6d58-4f25-87bf-6366c3d689af::" providerId="AD" clId="Web-{0CEA74A3-C849-E090-690B-D2FBAA662ABD}" dt="2025-05-06T08:51:26.219" v="416"/>
          <ac:cxnSpMkLst>
            <pc:docMk/>
            <pc:sldMk cId="38323597" sldId="257"/>
            <ac:cxnSpMk id="11" creationId="{1F16A8D4-FE87-4604-88B2-394B5D1EB437}"/>
          </ac:cxnSpMkLst>
        </pc:cxnChg>
      </pc:sldChg>
      <pc:sldChg chg="addSp delSp modSp new">
        <pc:chgData name="Utilisateur invité" userId="S::urn:spo:tenantanon#b323bcb4-6d58-4f25-87bf-6366c3d689af::" providerId="AD" clId="Web-{0CEA74A3-C849-E090-690B-D2FBAA662ABD}" dt="2025-05-06T08:55:36.130" v="466"/>
        <pc:sldMkLst>
          <pc:docMk/>
          <pc:sldMk cId="116872926" sldId="258"/>
        </pc:sldMkLst>
        <pc:spChg chg="mod">
          <ac:chgData name="Utilisateur invité" userId="S::urn:spo:tenantanon#b323bcb4-6d58-4f25-87bf-6366c3d689af::" providerId="AD" clId="Web-{0CEA74A3-C849-E090-690B-D2FBAA662ABD}" dt="2025-05-06T08:52:27.502" v="453" actId="20577"/>
          <ac:spMkLst>
            <pc:docMk/>
            <pc:sldMk cId="116872926" sldId="258"/>
            <ac:spMk id="2" creationId="{F990EF9A-78B7-AE4E-987C-A02394511A45}"/>
          </ac:spMkLst>
        </pc:spChg>
        <pc:spChg chg="add mod">
          <ac:chgData name="Utilisateur invité" userId="S::urn:spo:tenantanon#b323bcb4-6d58-4f25-87bf-6366c3d689af::" providerId="AD" clId="Web-{0CEA74A3-C849-E090-690B-D2FBAA662ABD}" dt="2025-05-06T08:43:30.086" v="179"/>
          <ac:spMkLst>
            <pc:docMk/>
            <pc:sldMk cId="116872926" sldId="258"/>
            <ac:spMk id="6" creationId="{F81F3BB0-AFB4-A669-D087-1EA6D6DB8F10}"/>
          </ac:spMkLst>
        </pc:spChg>
        <pc:spChg chg="add mod">
          <ac:chgData name="Utilisateur invité" userId="S::urn:spo:tenantanon#b323bcb4-6d58-4f25-87bf-6366c3d689af::" providerId="AD" clId="Web-{0CEA74A3-C849-E090-690B-D2FBAA662ABD}" dt="2025-05-06T08:43:30.101" v="180"/>
          <ac:spMkLst>
            <pc:docMk/>
            <pc:sldMk cId="116872926" sldId="258"/>
            <ac:spMk id="8" creationId="{AB079865-0EB5-E319-C42A-83DB90398B73}"/>
          </ac:spMkLst>
        </pc:spChg>
        <pc:spChg chg="add mod">
          <ac:chgData name="Utilisateur invité" userId="S::urn:spo:tenantanon#b323bcb4-6d58-4f25-87bf-6366c3d689af::" providerId="AD" clId="Web-{0CEA74A3-C849-E090-690B-D2FBAA662ABD}" dt="2025-05-06T08:43:30.117" v="181"/>
          <ac:spMkLst>
            <pc:docMk/>
            <pc:sldMk cId="116872926" sldId="258"/>
            <ac:spMk id="11" creationId="{D12C4B3A-F567-4B2E-011C-EF468C4EC7FE}"/>
          </ac:spMkLst>
        </pc:spChg>
        <pc:spChg chg="add mod">
          <ac:chgData name="Utilisateur invité" userId="S::urn:spo:tenantanon#b323bcb4-6d58-4f25-87bf-6366c3d689af::" providerId="AD" clId="Web-{0CEA74A3-C849-E090-690B-D2FBAA662ABD}" dt="2025-05-06T08:43:22.273" v="177"/>
          <ac:spMkLst>
            <pc:docMk/>
            <pc:sldMk cId="116872926" sldId="258"/>
            <ac:spMk id="12" creationId="{85C0A346-94BC-8CA5-42DD-AF2C55F4FE36}"/>
          </ac:spMkLst>
        </pc:spChg>
        <pc:spChg chg="add mod">
          <ac:chgData name="Utilisateur invité" userId="S::urn:spo:tenantanon#b323bcb4-6d58-4f25-87bf-6366c3d689af::" providerId="AD" clId="Web-{0CEA74A3-C849-E090-690B-D2FBAA662ABD}" dt="2025-05-06T08:43:22.304" v="178"/>
          <ac:spMkLst>
            <pc:docMk/>
            <pc:sldMk cId="116872926" sldId="258"/>
            <ac:spMk id="13" creationId="{9DFFB9B8-5DC8-0072-D4D5-B0BE7F72A2AE}"/>
          </ac:spMkLst>
        </pc:spChg>
        <pc:spChg chg="add mod">
          <ac:chgData name="Utilisateur invité" userId="S::urn:spo:tenantanon#b323bcb4-6d58-4f25-87bf-6366c3d689af::" providerId="AD" clId="Web-{0CEA74A3-C849-E090-690B-D2FBAA662ABD}" dt="2025-05-06T08:43:13.617" v="176"/>
          <ac:spMkLst>
            <pc:docMk/>
            <pc:sldMk cId="116872926" sldId="258"/>
            <ac:spMk id="14" creationId="{CCD1F1E0-FD81-4D10-8162-E1ABCDA282D7}"/>
          </ac:spMkLst>
        </pc:spChg>
        <pc:spChg chg="add mod ord">
          <ac:chgData name="Utilisateur invité" userId="S::urn:spo:tenantanon#b323bcb4-6d58-4f25-87bf-6366c3d689af::" providerId="AD" clId="Web-{0CEA74A3-C849-E090-690B-D2FBAA662ABD}" dt="2025-05-06T08:48:46.685" v="256" actId="14100"/>
          <ac:spMkLst>
            <pc:docMk/>
            <pc:sldMk cId="116872926" sldId="258"/>
            <ac:spMk id="16" creationId="{476EDC46-9727-7527-5069-35402DEA7915}"/>
          </ac:spMkLst>
        </pc:spChg>
        <pc:spChg chg="add mod">
          <ac:chgData name="Utilisateur invité" userId="S::urn:spo:tenantanon#b323bcb4-6d58-4f25-87bf-6366c3d689af::" providerId="AD" clId="Web-{0CEA74A3-C849-E090-690B-D2FBAA662ABD}" dt="2025-05-06T08:55:36.115" v="465"/>
          <ac:spMkLst>
            <pc:docMk/>
            <pc:sldMk cId="116872926" sldId="258"/>
            <ac:spMk id="18" creationId="{4760D3F0-2EAE-6A04-748D-A177B5DCE639}"/>
          </ac:spMkLst>
        </pc:spChg>
        <pc:spChg chg="add mod">
          <ac:chgData name="Utilisateur invité" userId="S::urn:spo:tenantanon#b323bcb4-6d58-4f25-87bf-6366c3d689af::" providerId="AD" clId="Web-{0CEA74A3-C849-E090-690B-D2FBAA662ABD}" dt="2025-05-06T08:55:36.130" v="466"/>
          <ac:spMkLst>
            <pc:docMk/>
            <pc:sldMk cId="116872926" sldId="258"/>
            <ac:spMk id="19" creationId="{8C29EBCC-4AD7-E0AE-A6BE-06D65A097BFA}"/>
          </ac:spMkLst>
        </pc:spChg>
        <pc:spChg chg="add mod">
          <ac:chgData name="Utilisateur invité" userId="S::urn:spo:tenantanon#b323bcb4-6d58-4f25-87bf-6366c3d689af::" providerId="AD" clId="Web-{0CEA74A3-C849-E090-690B-D2FBAA662ABD}" dt="2025-05-06T08:55:32.396" v="464"/>
          <ac:spMkLst>
            <pc:docMk/>
            <pc:sldMk cId="116872926" sldId="258"/>
            <ac:spMk id="20" creationId="{DE06B7EE-0ED4-8010-6E74-107F1C67D06A}"/>
          </ac:spMkLst>
        </pc:spChg>
        <pc:grpChg chg="add mod">
          <ac:chgData name="Utilisateur invité" userId="S::urn:spo:tenantanon#b323bcb4-6d58-4f25-87bf-6366c3d689af::" providerId="AD" clId="Web-{0CEA74A3-C849-E090-690B-D2FBAA662ABD}" dt="2025-05-06T08:48:50.435" v="257" actId="1076"/>
          <ac:grpSpMkLst>
            <pc:docMk/>
            <pc:sldMk cId="116872926" sldId="258"/>
            <ac:grpSpMk id="17" creationId="{18F66BD0-EE40-C32C-330B-A5B962018A0E}"/>
          </ac:grpSpMkLst>
        </pc:grpChg>
        <pc:picChg chg="add mod">
          <ac:chgData name="Utilisateur invité" userId="S::urn:spo:tenantanon#b323bcb4-6d58-4f25-87bf-6366c3d689af::" providerId="AD" clId="Web-{0CEA74A3-C849-E090-690B-D2FBAA662ABD}" dt="2025-05-06T08:43:36.367" v="182"/>
          <ac:picMkLst>
            <pc:docMk/>
            <pc:sldMk cId="116872926" sldId="258"/>
            <ac:picMk id="7" creationId="{CD25AB8E-477C-02D7-30E7-1E6110573F90}"/>
          </ac:picMkLst>
        </pc:picChg>
        <pc:picChg chg="add del mod">
          <ac:chgData name="Utilisateur invité" userId="S::urn:spo:tenantanon#b323bcb4-6d58-4f25-87bf-6366c3d689af::" providerId="AD" clId="Web-{0CEA74A3-C849-E090-690B-D2FBAA662ABD}" dt="2025-05-06T08:39:49.957" v="124"/>
          <ac:picMkLst>
            <pc:docMk/>
            <pc:sldMk cId="116872926" sldId="258"/>
            <ac:picMk id="9" creationId="{BA359F17-786E-A0D1-9A2E-F1927B4EE7FB}"/>
          </ac:picMkLst>
        </pc:picChg>
        <pc:picChg chg="add mod">
          <ac:chgData name="Utilisateur invité" userId="S::urn:spo:tenantanon#b323bcb4-6d58-4f25-87bf-6366c3d689af::" providerId="AD" clId="Web-{0CEA74A3-C849-E090-690B-D2FBAA662ABD}" dt="2025-05-06T08:43:48.852" v="184" actId="1076"/>
          <ac:picMkLst>
            <pc:docMk/>
            <pc:sldMk cId="116872926" sldId="258"/>
            <ac:picMk id="10" creationId="{F4AB9A76-54AA-8870-ACB8-35548CF3C374}"/>
          </ac:picMkLst>
        </pc:picChg>
        <pc:picChg chg="add mod">
          <ac:chgData name="Utilisateur invité" userId="S::urn:spo:tenantanon#b323bcb4-6d58-4f25-87bf-6366c3d689af::" providerId="AD" clId="Web-{0CEA74A3-C849-E090-690B-D2FBAA662ABD}" dt="2025-05-06T08:45:53.573" v="187"/>
          <ac:picMkLst>
            <pc:docMk/>
            <pc:sldMk cId="116872926" sldId="258"/>
            <ac:picMk id="15" creationId="{7A9EFE16-EE1B-B183-8758-5F81A800F303}"/>
          </ac:picMkLst>
        </pc:picChg>
      </pc:sldChg>
      <pc:sldChg chg="addSp modSp new mod modClrScheme chgLayout">
        <pc:chgData name="Utilisateur invité" userId="S::urn:spo:tenantanon#b323bcb4-6d58-4f25-87bf-6366c3d689af::" providerId="AD" clId="Web-{0CEA74A3-C849-E090-690B-D2FBAA662ABD}" dt="2025-05-06T08:58:28.883" v="625" actId="20577"/>
        <pc:sldMkLst>
          <pc:docMk/>
          <pc:sldMk cId="1555619039" sldId="259"/>
        </pc:sldMkLst>
        <pc:spChg chg="mod ord">
          <ac:chgData name="Utilisateur invité" userId="S::urn:spo:tenantanon#b323bcb4-6d58-4f25-87bf-6366c3d689af::" providerId="AD" clId="Web-{0CEA74A3-C849-E090-690B-D2FBAA662ABD}" dt="2025-05-06T08:57:15.960" v="550" actId="20577"/>
          <ac:spMkLst>
            <pc:docMk/>
            <pc:sldMk cId="1555619039" sldId="259"/>
            <ac:spMk id="2" creationId="{02864FF1-904F-7776-2824-2681BD216DDD}"/>
          </ac:spMkLst>
        </pc:spChg>
        <pc:spChg chg="mod ord">
          <ac:chgData name="Utilisateur invité" userId="S::urn:spo:tenantanon#b323bcb4-6d58-4f25-87bf-6366c3d689af::" providerId="AD" clId="Web-{0CEA74A3-C849-E090-690B-D2FBAA662ABD}" dt="2025-05-06T08:49:18.311" v="269"/>
          <ac:spMkLst>
            <pc:docMk/>
            <pc:sldMk cId="1555619039" sldId="259"/>
            <ac:spMk id="3" creationId="{D70183E0-6D7E-323A-948E-899A2E31C472}"/>
          </ac:spMkLst>
        </pc:spChg>
        <pc:spChg chg="mod ord">
          <ac:chgData name="Utilisateur invité" userId="S::urn:spo:tenantanon#b323bcb4-6d58-4f25-87bf-6366c3d689af::" providerId="AD" clId="Web-{0CEA74A3-C849-E090-690B-D2FBAA662ABD}" dt="2025-05-06T08:49:18.311" v="269"/>
          <ac:spMkLst>
            <pc:docMk/>
            <pc:sldMk cId="1555619039" sldId="259"/>
            <ac:spMk id="4" creationId="{F6153630-D880-FB84-8CD6-B6D34D0E01AD}"/>
          </ac:spMkLst>
        </pc:spChg>
        <pc:spChg chg="mod ord">
          <ac:chgData name="Utilisateur invité" userId="S::urn:spo:tenantanon#b323bcb4-6d58-4f25-87bf-6366c3d689af::" providerId="AD" clId="Web-{0CEA74A3-C849-E090-690B-D2FBAA662ABD}" dt="2025-05-06T08:49:18.311" v="269"/>
          <ac:spMkLst>
            <pc:docMk/>
            <pc:sldMk cId="1555619039" sldId="259"/>
            <ac:spMk id="5" creationId="{D8CC2F02-407B-63F6-CC2C-CD57A796582A}"/>
          </ac:spMkLst>
        </pc:spChg>
        <pc:spChg chg="add mod ord">
          <ac:chgData name="Utilisateur invité" userId="S::urn:spo:tenantanon#b323bcb4-6d58-4f25-87bf-6366c3d689af::" providerId="AD" clId="Web-{0CEA74A3-C849-E090-690B-D2FBAA662ABD}" dt="2025-05-06T08:58:28.883" v="625" actId="20577"/>
          <ac:spMkLst>
            <pc:docMk/>
            <pc:sldMk cId="1555619039" sldId="259"/>
            <ac:spMk id="6" creationId="{21D733CE-83BD-731F-5F86-5C8F42E7B9AD}"/>
          </ac:spMkLst>
        </pc:spChg>
      </pc:sldChg>
      <pc:sldChg chg="modSp add replId">
        <pc:chgData name="Utilisateur invité" userId="S::urn:spo:tenantanon#b323bcb4-6d58-4f25-87bf-6366c3d689af::" providerId="AD" clId="Web-{0CEA74A3-C849-E090-690B-D2FBAA662ABD}" dt="2025-05-06T09:03:14.404" v="766" actId="20577"/>
        <pc:sldMkLst>
          <pc:docMk/>
          <pc:sldMk cId="2110565581" sldId="260"/>
        </pc:sldMkLst>
        <pc:spChg chg="mod">
          <ac:chgData name="Utilisateur invité" userId="S::urn:spo:tenantanon#b323bcb4-6d58-4f25-87bf-6366c3d689af::" providerId="AD" clId="Web-{0CEA74A3-C849-E090-690B-D2FBAA662ABD}" dt="2025-05-06T08:58:34.884" v="628" actId="20577"/>
          <ac:spMkLst>
            <pc:docMk/>
            <pc:sldMk cId="2110565581" sldId="260"/>
            <ac:spMk id="2" creationId="{23DB7DE0-A34A-4301-74EA-C1821037D109}"/>
          </ac:spMkLst>
        </pc:spChg>
        <pc:spChg chg="mod">
          <ac:chgData name="Utilisateur invité" userId="S::urn:spo:tenantanon#b323bcb4-6d58-4f25-87bf-6366c3d689af::" providerId="AD" clId="Web-{0CEA74A3-C849-E090-690B-D2FBAA662ABD}" dt="2025-05-06T09:03:14.404" v="766" actId="20577"/>
          <ac:spMkLst>
            <pc:docMk/>
            <pc:sldMk cId="2110565581" sldId="260"/>
            <ac:spMk id="6" creationId="{AA02097B-DBD2-F07D-66E1-3D0E4011B401}"/>
          </ac:spMkLst>
        </pc:spChg>
      </pc:sldChg>
      <pc:sldChg chg="modSp new">
        <pc:chgData name="Utilisateur invité" userId="S::urn:spo:tenantanon#b323bcb4-6d58-4f25-87bf-6366c3d689af::" providerId="AD" clId="Web-{0CEA74A3-C849-E090-690B-D2FBAA662ABD}" dt="2025-05-06T09:30:07.278" v="892" actId="20577"/>
        <pc:sldMkLst>
          <pc:docMk/>
          <pc:sldMk cId="302396365" sldId="261"/>
        </pc:sldMkLst>
        <pc:spChg chg="mod">
          <ac:chgData name="Utilisateur invité" userId="S::urn:spo:tenantanon#b323bcb4-6d58-4f25-87bf-6366c3d689af::" providerId="AD" clId="Web-{0CEA74A3-C849-E090-690B-D2FBAA662ABD}" dt="2025-05-06T09:03:35.061" v="768" actId="20577"/>
          <ac:spMkLst>
            <pc:docMk/>
            <pc:sldMk cId="302396365" sldId="261"/>
            <ac:spMk id="2" creationId="{300E108B-18F3-AA59-0C10-8BDEF487C9A1}"/>
          </ac:spMkLst>
        </pc:spChg>
        <pc:spChg chg="mod">
          <ac:chgData name="Utilisateur invité" userId="S::urn:spo:tenantanon#b323bcb4-6d58-4f25-87bf-6366c3d689af::" providerId="AD" clId="Web-{0CEA74A3-C849-E090-690B-D2FBAA662ABD}" dt="2025-05-06T09:30:07.278" v="892" actId="20577"/>
          <ac:spMkLst>
            <pc:docMk/>
            <pc:sldMk cId="302396365" sldId="261"/>
            <ac:spMk id="3" creationId="{65D2871C-55E9-CC0C-5C09-38D81BB88F86}"/>
          </ac:spMkLst>
        </pc:spChg>
      </pc:sldChg>
      <pc:sldMasterChg chg="del delSldLayout">
        <pc:chgData name="Utilisateur invité" userId="S::urn:spo:tenantanon#b323bcb4-6d58-4f25-87bf-6366c3d689af::" providerId="AD" clId="Web-{0CEA74A3-C849-E090-690B-D2FBAA662ABD}" dt="2025-05-06T08:32:47.292" v="5"/>
        <pc:sldMasterMkLst>
          <pc:docMk/>
          <pc:sldMasterMk cId="0" sldId="2147483648"/>
        </pc:sldMasterMkLst>
        <pc:sldLayoutChg chg="del">
          <pc:chgData name="Utilisateur invité" userId="S::urn:spo:tenantanon#b323bcb4-6d58-4f25-87bf-6366c3d689af::" providerId="AD" clId="Web-{0CEA74A3-C849-E090-690B-D2FBAA662ABD}" dt="2025-05-06T08:32:47.292" v="5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Utilisateur invité" userId="S::urn:spo:tenantanon#b323bcb4-6d58-4f25-87bf-6366c3d689af::" providerId="AD" clId="Web-{0CEA74A3-C849-E090-690B-D2FBAA662ABD}" dt="2025-05-06T08:32:47.292" v="5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Utilisateur invité" userId="S::urn:spo:tenantanon#b323bcb4-6d58-4f25-87bf-6366c3d689af::" providerId="AD" clId="Web-{0CEA74A3-C849-E090-690B-D2FBAA662ABD}" dt="2025-05-06T08:32:47.292" v="5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Utilisateur invité" userId="S::urn:spo:tenantanon#b323bcb4-6d58-4f25-87bf-6366c3d689af::" providerId="AD" clId="Web-{0CEA74A3-C849-E090-690B-D2FBAA662ABD}" dt="2025-05-06T08:32:47.292" v="5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Utilisateur invité" userId="S::urn:spo:tenantanon#b323bcb4-6d58-4f25-87bf-6366c3d689af::" providerId="AD" clId="Web-{0CEA74A3-C849-E090-690B-D2FBAA662ABD}" dt="2025-05-06T08:32:47.292" v="5"/>
          <pc:sldLayoutMkLst>
            <pc:docMk/>
            <pc:sldMasterMk cId="0" sldId="2147483648"/>
            <pc:sldLayoutMk cId="0" sldId="2147483653"/>
          </pc:sldLayoutMkLst>
        </pc:sldLayoutChg>
        <pc:sldLayoutChg chg="del">
          <pc:chgData name="Utilisateur invité" userId="S::urn:spo:tenantanon#b323bcb4-6d58-4f25-87bf-6366c3d689af::" providerId="AD" clId="Web-{0CEA74A3-C849-E090-690B-D2FBAA662ABD}" dt="2025-05-06T08:32:47.292" v="5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Utilisateur invité" userId="S::urn:spo:tenantanon#b323bcb4-6d58-4f25-87bf-6366c3d689af::" providerId="AD" clId="Web-{0CEA74A3-C849-E090-690B-D2FBAA662ABD}" dt="2025-05-06T08:32:47.292" v="5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Utilisateur invité" userId="S::urn:spo:tenantanon#b323bcb4-6d58-4f25-87bf-6366c3d689af::" providerId="AD" clId="Web-{0CEA74A3-C849-E090-690B-D2FBAA662ABD}" dt="2025-05-06T08:32:47.292" v="5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Utilisateur invité" userId="S::urn:spo:tenantanon#b323bcb4-6d58-4f25-87bf-6366c3d689af::" providerId="AD" clId="Web-{0CEA74A3-C849-E090-690B-D2FBAA662ABD}" dt="2025-05-06T08:32:47.292" v="5"/>
          <pc:sldLayoutMkLst>
            <pc:docMk/>
            <pc:sldMasterMk cId="0" sldId="2147483648"/>
            <pc:sldLayoutMk cId="0" sldId="2147483657"/>
          </pc:sldLayoutMkLst>
        </pc:sldLayoutChg>
        <pc:sldLayoutChg chg="del">
          <pc:chgData name="Utilisateur invité" userId="S::urn:spo:tenantanon#b323bcb4-6d58-4f25-87bf-6366c3d689af::" providerId="AD" clId="Web-{0CEA74A3-C849-E090-690B-D2FBAA662ABD}" dt="2025-05-06T08:32:47.292" v="5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Utilisateur invité" userId="S::urn:spo:tenantanon#b323bcb4-6d58-4f25-87bf-6366c3d689af::" providerId="AD" clId="Web-{0CEA74A3-C849-E090-690B-D2FBAA662ABD}" dt="2025-05-06T08:32:47.292" v="5"/>
          <pc:sldLayoutMkLst>
            <pc:docMk/>
            <pc:sldMasterMk cId="0" sldId="2147483648"/>
            <pc:sldLayoutMk cId="0" sldId="2147483659"/>
          </pc:sldLayoutMkLst>
        </pc:sldLayoutChg>
        <pc:sldLayoutChg chg="del">
          <pc:chgData name="Utilisateur invité" userId="S::urn:spo:tenantanon#b323bcb4-6d58-4f25-87bf-6366c3d689af::" providerId="AD" clId="Web-{0CEA74A3-C849-E090-690B-D2FBAA662ABD}" dt="2025-05-06T08:32:47.292" v="5"/>
          <pc:sldLayoutMkLst>
            <pc:docMk/>
            <pc:sldMasterMk cId="0" sldId="2147483648"/>
            <pc:sldLayoutMk cId="0" sldId="2147483660"/>
          </pc:sldLayoutMkLst>
        </pc:sldLayoutChg>
      </pc:sldMasterChg>
      <pc:sldMasterChg chg="add del addSldLayout delSldLayout modSldLayout">
        <pc:chgData name="Utilisateur invité" userId="S::urn:spo:tenantanon#b323bcb4-6d58-4f25-87bf-6366c3d689af::" providerId="AD" clId="Web-{0CEA74A3-C849-E090-690B-D2FBAA662ABD}" dt="2025-05-06T08:32:55.777" v="6"/>
        <pc:sldMasterMkLst>
          <pc:docMk/>
          <pc:sldMasterMk cId="2304131613" sldId="2147483661"/>
        </pc:sldMasterMkLst>
        <pc:sldLayoutChg chg="add del mod replId">
          <pc:chgData name="Utilisateur invité" userId="S::urn:spo:tenantanon#b323bcb4-6d58-4f25-87bf-6366c3d689af::" providerId="AD" clId="Web-{0CEA74A3-C849-E090-690B-D2FBAA662ABD}" dt="2025-05-06T08:32:55.777" v="6"/>
          <pc:sldLayoutMkLst>
            <pc:docMk/>
            <pc:sldMasterMk cId="2304131613" sldId="2147483661"/>
            <pc:sldLayoutMk cId="376518803" sldId="2147483662"/>
          </pc:sldLayoutMkLst>
        </pc:sldLayoutChg>
        <pc:sldLayoutChg chg="add del mod replId">
          <pc:chgData name="Utilisateur invité" userId="S::urn:spo:tenantanon#b323bcb4-6d58-4f25-87bf-6366c3d689af::" providerId="AD" clId="Web-{0CEA74A3-C849-E090-690B-D2FBAA662ABD}" dt="2025-05-06T08:32:55.777" v="6"/>
          <pc:sldLayoutMkLst>
            <pc:docMk/>
            <pc:sldMasterMk cId="2304131613" sldId="2147483661"/>
            <pc:sldLayoutMk cId="3642551824" sldId="2147483663"/>
          </pc:sldLayoutMkLst>
        </pc:sldLayoutChg>
        <pc:sldLayoutChg chg="add del mod replId">
          <pc:chgData name="Utilisateur invité" userId="S::urn:spo:tenantanon#b323bcb4-6d58-4f25-87bf-6366c3d689af::" providerId="AD" clId="Web-{0CEA74A3-C849-E090-690B-D2FBAA662ABD}" dt="2025-05-06T08:32:55.777" v="6"/>
          <pc:sldLayoutMkLst>
            <pc:docMk/>
            <pc:sldMasterMk cId="2304131613" sldId="2147483661"/>
            <pc:sldLayoutMk cId="2656724324" sldId="2147483664"/>
          </pc:sldLayoutMkLst>
        </pc:sldLayoutChg>
        <pc:sldLayoutChg chg="add del mod replId">
          <pc:chgData name="Utilisateur invité" userId="S::urn:spo:tenantanon#b323bcb4-6d58-4f25-87bf-6366c3d689af::" providerId="AD" clId="Web-{0CEA74A3-C849-E090-690B-D2FBAA662ABD}" dt="2025-05-06T08:32:55.777" v="6"/>
          <pc:sldLayoutMkLst>
            <pc:docMk/>
            <pc:sldMasterMk cId="2304131613" sldId="2147483661"/>
            <pc:sldLayoutMk cId="3820089534" sldId="2147483665"/>
          </pc:sldLayoutMkLst>
        </pc:sldLayoutChg>
        <pc:sldLayoutChg chg="add del mod replId">
          <pc:chgData name="Utilisateur invité" userId="S::urn:spo:tenantanon#b323bcb4-6d58-4f25-87bf-6366c3d689af::" providerId="AD" clId="Web-{0CEA74A3-C849-E090-690B-D2FBAA662ABD}" dt="2025-05-06T08:32:55.777" v="6"/>
          <pc:sldLayoutMkLst>
            <pc:docMk/>
            <pc:sldMasterMk cId="2304131613" sldId="2147483661"/>
            <pc:sldLayoutMk cId="608825883" sldId="2147483666"/>
          </pc:sldLayoutMkLst>
        </pc:sldLayoutChg>
        <pc:sldLayoutChg chg="add del mod replId">
          <pc:chgData name="Utilisateur invité" userId="S::urn:spo:tenantanon#b323bcb4-6d58-4f25-87bf-6366c3d689af::" providerId="AD" clId="Web-{0CEA74A3-C849-E090-690B-D2FBAA662ABD}" dt="2025-05-06T08:32:55.777" v="6"/>
          <pc:sldLayoutMkLst>
            <pc:docMk/>
            <pc:sldMasterMk cId="2304131613" sldId="2147483661"/>
            <pc:sldLayoutMk cId="4177235086" sldId="2147483667"/>
          </pc:sldLayoutMkLst>
        </pc:sldLayoutChg>
        <pc:sldLayoutChg chg="add del mod replId">
          <pc:chgData name="Utilisateur invité" userId="S::urn:spo:tenantanon#b323bcb4-6d58-4f25-87bf-6366c3d689af::" providerId="AD" clId="Web-{0CEA74A3-C849-E090-690B-D2FBAA662ABD}" dt="2025-05-06T08:32:55.777" v="6"/>
          <pc:sldLayoutMkLst>
            <pc:docMk/>
            <pc:sldMasterMk cId="2304131613" sldId="2147483661"/>
            <pc:sldLayoutMk cId="3015322575" sldId="2147483668"/>
          </pc:sldLayoutMkLst>
        </pc:sldLayoutChg>
        <pc:sldLayoutChg chg="add del mod replId">
          <pc:chgData name="Utilisateur invité" userId="S::urn:spo:tenantanon#b323bcb4-6d58-4f25-87bf-6366c3d689af::" providerId="AD" clId="Web-{0CEA74A3-C849-E090-690B-D2FBAA662ABD}" dt="2025-05-06T08:32:55.777" v="6"/>
          <pc:sldLayoutMkLst>
            <pc:docMk/>
            <pc:sldMasterMk cId="2304131613" sldId="2147483661"/>
            <pc:sldLayoutMk cId="3872103479" sldId="2147483669"/>
          </pc:sldLayoutMkLst>
        </pc:sldLayoutChg>
        <pc:sldLayoutChg chg="add del mod replId">
          <pc:chgData name="Utilisateur invité" userId="S::urn:spo:tenantanon#b323bcb4-6d58-4f25-87bf-6366c3d689af::" providerId="AD" clId="Web-{0CEA74A3-C849-E090-690B-D2FBAA662ABD}" dt="2025-05-06T08:32:55.777" v="6"/>
          <pc:sldLayoutMkLst>
            <pc:docMk/>
            <pc:sldMasterMk cId="2304131613" sldId="2147483661"/>
            <pc:sldLayoutMk cId="1305661730" sldId="2147483670"/>
          </pc:sldLayoutMkLst>
        </pc:sldLayoutChg>
        <pc:sldLayoutChg chg="add del mod replId">
          <pc:chgData name="Utilisateur invité" userId="S::urn:spo:tenantanon#b323bcb4-6d58-4f25-87bf-6366c3d689af::" providerId="AD" clId="Web-{0CEA74A3-C849-E090-690B-D2FBAA662ABD}" dt="2025-05-06T08:32:55.777" v="6"/>
          <pc:sldLayoutMkLst>
            <pc:docMk/>
            <pc:sldMasterMk cId="2304131613" sldId="2147483661"/>
            <pc:sldLayoutMk cId="3436223132" sldId="2147483671"/>
          </pc:sldLayoutMkLst>
        </pc:sldLayoutChg>
        <pc:sldLayoutChg chg="add del mod replId">
          <pc:chgData name="Utilisateur invité" userId="S::urn:spo:tenantanon#b323bcb4-6d58-4f25-87bf-6366c3d689af::" providerId="AD" clId="Web-{0CEA74A3-C849-E090-690B-D2FBAA662ABD}" dt="2025-05-06T08:32:55.777" v="6"/>
          <pc:sldLayoutMkLst>
            <pc:docMk/>
            <pc:sldMasterMk cId="2304131613" sldId="2147483661"/>
            <pc:sldLayoutMk cId="1584023424" sldId="2147483672"/>
          </pc:sldLayoutMkLst>
        </pc:sldLayoutChg>
        <pc:sldLayoutChg chg="add del mod replId">
          <pc:chgData name="Utilisateur invité" userId="S::urn:spo:tenantanon#b323bcb4-6d58-4f25-87bf-6366c3d689af::" providerId="AD" clId="Web-{0CEA74A3-C849-E090-690B-D2FBAA662ABD}" dt="2025-05-06T08:32:55.777" v="6"/>
          <pc:sldLayoutMkLst>
            <pc:docMk/>
            <pc:sldMasterMk cId="2304131613" sldId="2147483661"/>
            <pc:sldLayoutMk cId="176387958" sldId="2147483673"/>
          </pc:sldLayoutMkLst>
        </pc:sldLayoutChg>
      </pc:sldMasterChg>
      <pc:sldMasterChg chg="add addSldLayout modSldLayout">
        <pc:chgData name="Utilisateur invité" userId="S::urn:spo:tenantanon#b323bcb4-6d58-4f25-87bf-6366c3d689af::" providerId="AD" clId="Web-{0CEA74A3-C849-E090-690B-D2FBAA662ABD}" dt="2025-05-06T08:32:55.777" v="6"/>
        <pc:sldMasterMkLst>
          <pc:docMk/>
          <pc:sldMasterMk cId="1877055042" sldId="2147483674"/>
        </pc:sldMasterMkLst>
        <pc:sldLayoutChg chg="add mod replId">
          <pc:chgData name="Utilisateur invité" userId="S::urn:spo:tenantanon#b323bcb4-6d58-4f25-87bf-6366c3d689af::" providerId="AD" clId="Web-{0CEA74A3-C849-E090-690B-D2FBAA662ABD}" dt="2025-05-06T08:32:55.777" v="6"/>
          <pc:sldLayoutMkLst>
            <pc:docMk/>
            <pc:sldMasterMk cId="1877055042" sldId="2147483674"/>
            <pc:sldLayoutMk cId="2470190537" sldId="2147483675"/>
          </pc:sldLayoutMkLst>
        </pc:sldLayoutChg>
        <pc:sldLayoutChg chg="add mod replId">
          <pc:chgData name="Utilisateur invité" userId="S::urn:spo:tenantanon#b323bcb4-6d58-4f25-87bf-6366c3d689af::" providerId="AD" clId="Web-{0CEA74A3-C849-E090-690B-D2FBAA662ABD}" dt="2025-05-06T08:32:55.777" v="6"/>
          <pc:sldLayoutMkLst>
            <pc:docMk/>
            <pc:sldMasterMk cId="1877055042" sldId="2147483674"/>
            <pc:sldLayoutMk cId="2705654686" sldId="2147483676"/>
          </pc:sldLayoutMkLst>
        </pc:sldLayoutChg>
        <pc:sldLayoutChg chg="add mod replId">
          <pc:chgData name="Utilisateur invité" userId="S::urn:spo:tenantanon#b323bcb4-6d58-4f25-87bf-6366c3d689af::" providerId="AD" clId="Web-{0CEA74A3-C849-E090-690B-D2FBAA662ABD}" dt="2025-05-06T08:32:55.777" v="6"/>
          <pc:sldLayoutMkLst>
            <pc:docMk/>
            <pc:sldMasterMk cId="1877055042" sldId="2147483674"/>
            <pc:sldLayoutMk cId="2609863396" sldId="2147483677"/>
          </pc:sldLayoutMkLst>
        </pc:sldLayoutChg>
        <pc:sldLayoutChg chg="add mod replId">
          <pc:chgData name="Utilisateur invité" userId="S::urn:spo:tenantanon#b323bcb4-6d58-4f25-87bf-6366c3d689af::" providerId="AD" clId="Web-{0CEA74A3-C849-E090-690B-D2FBAA662ABD}" dt="2025-05-06T08:32:55.777" v="6"/>
          <pc:sldLayoutMkLst>
            <pc:docMk/>
            <pc:sldMasterMk cId="1877055042" sldId="2147483674"/>
            <pc:sldLayoutMk cId="901768094" sldId="2147483678"/>
          </pc:sldLayoutMkLst>
        </pc:sldLayoutChg>
        <pc:sldLayoutChg chg="add mod replId">
          <pc:chgData name="Utilisateur invité" userId="S::urn:spo:tenantanon#b323bcb4-6d58-4f25-87bf-6366c3d689af::" providerId="AD" clId="Web-{0CEA74A3-C849-E090-690B-D2FBAA662ABD}" dt="2025-05-06T08:32:55.777" v="6"/>
          <pc:sldLayoutMkLst>
            <pc:docMk/>
            <pc:sldMasterMk cId="1877055042" sldId="2147483674"/>
            <pc:sldLayoutMk cId="3327741770" sldId="2147483679"/>
          </pc:sldLayoutMkLst>
        </pc:sldLayoutChg>
        <pc:sldLayoutChg chg="add mod replId">
          <pc:chgData name="Utilisateur invité" userId="S::urn:spo:tenantanon#b323bcb4-6d58-4f25-87bf-6366c3d689af::" providerId="AD" clId="Web-{0CEA74A3-C849-E090-690B-D2FBAA662ABD}" dt="2025-05-06T08:32:55.777" v="6"/>
          <pc:sldLayoutMkLst>
            <pc:docMk/>
            <pc:sldMasterMk cId="1877055042" sldId="2147483674"/>
            <pc:sldLayoutMk cId="3468880821" sldId="2147483680"/>
          </pc:sldLayoutMkLst>
        </pc:sldLayoutChg>
        <pc:sldLayoutChg chg="add mod replId">
          <pc:chgData name="Utilisateur invité" userId="S::urn:spo:tenantanon#b323bcb4-6d58-4f25-87bf-6366c3d689af::" providerId="AD" clId="Web-{0CEA74A3-C849-E090-690B-D2FBAA662ABD}" dt="2025-05-06T08:32:55.777" v="6"/>
          <pc:sldLayoutMkLst>
            <pc:docMk/>
            <pc:sldMasterMk cId="1877055042" sldId="2147483674"/>
            <pc:sldLayoutMk cId="2216884504" sldId="2147483681"/>
          </pc:sldLayoutMkLst>
        </pc:sldLayoutChg>
        <pc:sldLayoutChg chg="add mod replId">
          <pc:chgData name="Utilisateur invité" userId="S::urn:spo:tenantanon#b323bcb4-6d58-4f25-87bf-6366c3d689af::" providerId="AD" clId="Web-{0CEA74A3-C849-E090-690B-D2FBAA662ABD}" dt="2025-05-06T08:32:55.777" v="6"/>
          <pc:sldLayoutMkLst>
            <pc:docMk/>
            <pc:sldMasterMk cId="1877055042" sldId="2147483674"/>
            <pc:sldLayoutMk cId="3373331767" sldId="2147483682"/>
          </pc:sldLayoutMkLst>
        </pc:sldLayoutChg>
        <pc:sldLayoutChg chg="add mod replId">
          <pc:chgData name="Utilisateur invité" userId="S::urn:spo:tenantanon#b323bcb4-6d58-4f25-87bf-6366c3d689af::" providerId="AD" clId="Web-{0CEA74A3-C849-E090-690B-D2FBAA662ABD}" dt="2025-05-06T08:32:55.777" v="6"/>
          <pc:sldLayoutMkLst>
            <pc:docMk/>
            <pc:sldMasterMk cId="1877055042" sldId="2147483674"/>
            <pc:sldLayoutMk cId="2880525806" sldId="2147483683"/>
          </pc:sldLayoutMkLst>
        </pc:sldLayoutChg>
        <pc:sldLayoutChg chg="add mod replId">
          <pc:chgData name="Utilisateur invité" userId="S::urn:spo:tenantanon#b323bcb4-6d58-4f25-87bf-6366c3d689af::" providerId="AD" clId="Web-{0CEA74A3-C849-E090-690B-D2FBAA662ABD}" dt="2025-05-06T08:32:55.777" v="6"/>
          <pc:sldLayoutMkLst>
            <pc:docMk/>
            <pc:sldMasterMk cId="1877055042" sldId="2147483674"/>
            <pc:sldLayoutMk cId="2336562337" sldId="2147483684"/>
          </pc:sldLayoutMkLst>
        </pc:sldLayoutChg>
        <pc:sldLayoutChg chg="add mod replId">
          <pc:chgData name="Utilisateur invité" userId="S::urn:spo:tenantanon#b323bcb4-6d58-4f25-87bf-6366c3d689af::" providerId="AD" clId="Web-{0CEA74A3-C849-E090-690B-D2FBAA662ABD}" dt="2025-05-06T08:32:55.777" v="6"/>
          <pc:sldLayoutMkLst>
            <pc:docMk/>
            <pc:sldMasterMk cId="1877055042" sldId="2147483674"/>
            <pc:sldLayoutMk cId="2824870727" sldId="2147483685"/>
          </pc:sldLayoutMkLst>
        </pc:sldLayoutChg>
        <pc:sldLayoutChg chg="add mod replId">
          <pc:chgData name="Utilisateur invité" userId="S::urn:spo:tenantanon#b323bcb4-6d58-4f25-87bf-6366c3d689af::" providerId="AD" clId="Web-{0CEA74A3-C849-E090-690B-D2FBAA662ABD}" dt="2025-05-06T08:32:55.777" v="6"/>
          <pc:sldLayoutMkLst>
            <pc:docMk/>
            <pc:sldMasterMk cId="1877055042" sldId="2147483674"/>
            <pc:sldLayoutMk cId="2245257830" sldId="2147483686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3283" y="928028"/>
            <a:ext cx="6274060" cy="2167306"/>
          </a:xfrm>
        </p:spPr>
        <p:txBody>
          <a:bodyPr anchor="b">
            <a:normAutofit/>
          </a:bodyPr>
          <a:lstStyle>
            <a:lvl1pPr algn="ctr">
              <a:defRPr sz="711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3283" y="3178177"/>
            <a:ext cx="6274060" cy="1169244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812764" indent="0" algn="ctr">
              <a:buNone/>
              <a:defRPr sz="3200"/>
            </a:lvl2pPr>
            <a:lvl3pPr marL="1625529" indent="0" algn="ctr">
              <a:buNone/>
              <a:defRPr sz="3200"/>
            </a:lvl3pPr>
            <a:lvl4pPr marL="2438293" indent="0" algn="ctr">
              <a:buNone/>
              <a:defRPr sz="2844"/>
            </a:lvl4pPr>
            <a:lvl5pPr marL="3251058" indent="0" algn="ctr">
              <a:buNone/>
              <a:defRPr sz="2844"/>
            </a:lvl5pPr>
            <a:lvl6pPr marL="4063822" indent="0" algn="ctr">
              <a:buNone/>
              <a:defRPr sz="2844"/>
            </a:lvl6pPr>
            <a:lvl7pPr marL="4876587" indent="0" algn="ctr">
              <a:buNone/>
              <a:defRPr sz="2844"/>
            </a:lvl7pPr>
            <a:lvl8pPr marL="5689351" indent="0" algn="ctr">
              <a:buNone/>
              <a:defRPr sz="2844"/>
            </a:lvl8pPr>
            <a:lvl9pPr marL="6502116" indent="0" algn="ctr">
              <a:buNone/>
              <a:defRPr sz="284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190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1786" userDrawn="1">
          <p15:clr>
            <a:srgbClr val="FBAE40"/>
          </p15:clr>
        </p15:guide>
        <p15:guide id="6" pos="317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654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889" y="457759"/>
            <a:ext cx="6840422" cy="3314732"/>
          </a:xfrm>
        </p:spPr>
        <p:txBody>
          <a:bodyPr anchor="t">
            <a:normAutofit/>
          </a:bodyPr>
          <a:lstStyle>
            <a:lvl1pPr>
              <a:defRPr sz="96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8888" y="3794806"/>
            <a:ext cx="6840422" cy="1144873"/>
          </a:xfrm>
        </p:spPr>
        <p:txBody>
          <a:bodyPr anchor="b">
            <a:normAutofit/>
          </a:bodyPr>
          <a:lstStyle>
            <a:lvl1pPr marL="0" indent="0">
              <a:buNone/>
              <a:defRPr sz="3555">
                <a:solidFill>
                  <a:schemeClr val="tx1"/>
                </a:solidFill>
              </a:defRPr>
            </a:lvl1pPr>
            <a:lvl2pPr marL="812764" indent="0">
              <a:buNone/>
              <a:defRPr sz="3555">
                <a:solidFill>
                  <a:schemeClr val="tx1">
                    <a:tint val="75000"/>
                  </a:schemeClr>
                </a:solidFill>
              </a:defRPr>
            </a:lvl2pPr>
            <a:lvl3pPr marL="1625529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293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058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3822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587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3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116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86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551" y="453644"/>
            <a:ext cx="8881031" cy="9362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6551" y="1509521"/>
            <a:ext cx="4284266" cy="3597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03316" y="1509521"/>
            <a:ext cx="4284266" cy="3597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768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31" y="452615"/>
            <a:ext cx="8884864" cy="9453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032" y="1393853"/>
            <a:ext cx="4264576" cy="46290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3555" b="1" cap="all" baseline="0"/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4032" y="1973608"/>
            <a:ext cx="4264576" cy="31131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316" y="1393853"/>
            <a:ext cx="4285579" cy="46290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3555" b="1" cap="all" baseline="0"/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316" y="1973608"/>
            <a:ext cx="4285579" cy="31131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5/6/2025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741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5/6/2025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80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5/6/2025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884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45" y="457759"/>
            <a:ext cx="2972953" cy="1453196"/>
          </a:xfrm>
        </p:spPr>
        <p:txBody>
          <a:bodyPr anchor="t">
            <a:normAutofit/>
          </a:bodyPr>
          <a:lstStyle>
            <a:lvl1pPr>
              <a:defRPr sz="497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5495" y="457758"/>
            <a:ext cx="5192234" cy="4536440"/>
          </a:xfrm>
        </p:spPr>
        <p:txBody>
          <a:bodyPr>
            <a:normAutofit/>
          </a:bodyPr>
          <a:lstStyle>
            <a:lvl1pPr>
              <a:defRPr sz="4978"/>
            </a:lvl1pPr>
            <a:lvl2pPr>
              <a:defRPr sz="4266"/>
            </a:lvl2pPr>
            <a:lvl3pPr>
              <a:defRPr sz="3555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3745" y="1910955"/>
            <a:ext cx="2972953" cy="3083244"/>
          </a:xfrm>
        </p:spPr>
        <p:txBody>
          <a:bodyPr anchor="t">
            <a:normAutofit/>
          </a:bodyPr>
          <a:lstStyle>
            <a:lvl1pPr marL="0" indent="0">
              <a:buNone/>
              <a:defRPr sz="3200"/>
            </a:lvl1pPr>
            <a:lvl2pPr marL="812764" indent="0">
              <a:buNone/>
              <a:defRPr sz="2489"/>
            </a:lvl2pPr>
            <a:lvl3pPr marL="1625529" indent="0">
              <a:buNone/>
              <a:defRPr sz="2133"/>
            </a:lvl3pPr>
            <a:lvl4pPr marL="2438293" indent="0">
              <a:buNone/>
              <a:defRPr sz="1778"/>
            </a:lvl4pPr>
            <a:lvl5pPr marL="3251058" indent="0">
              <a:buNone/>
              <a:defRPr sz="1778"/>
            </a:lvl5pPr>
            <a:lvl6pPr marL="4063822" indent="0">
              <a:buNone/>
              <a:defRPr sz="1778"/>
            </a:lvl6pPr>
            <a:lvl7pPr marL="4876587" indent="0">
              <a:buNone/>
              <a:defRPr sz="1778"/>
            </a:lvl7pPr>
            <a:lvl8pPr marL="5689351" indent="0">
              <a:buNone/>
              <a:defRPr sz="1778"/>
            </a:lvl8pPr>
            <a:lvl9pPr marL="6502116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331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30" y="461205"/>
            <a:ext cx="2972953" cy="1829255"/>
          </a:xfrm>
        </p:spPr>
        <p:txBody>
          <a:bodyPr anchor="t">
            <a:normAutofit/>
          </a:bodyPr>
          <a:lstStyle>
            <a:lvl1pPr>
              <a:defRPr sz="497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186469" y="543327"/>
            <a:ext cx="5360861" cy="4593910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764" indent="0">
              <a:buNone/>
              <a:defRPr sz="4978"/>
            </a:lvl2pPr>
            <a:lvl3pPr marL="1625529" indent="0">
              <a:buNone/>
              <a:defRPr sz="4266"/>
            </a:lvl3pPr>
            <a:lvl4pPr marL="2438293" indent="0">
              <a:buNone/>
              <a:defRPr sz="3555"/>
            </a:lvl4pPr>
            <a:lvl5pPr marL="3251058" indent="0">
              <a:buNone/>
              <a:defRPr sz="3555"/>
            </a:lvl5pPr>
            <a:lvl6pPr marL="4063822" indent="0">
              <a:buNone/>
              <a:defRPr sz="3555"/>
            </a:lvl6pPr>
            <a:lvl7pPr marL="4876587" indent="0">
              <a:buNone/>
              <a:defRPr sz="3555"/>
            </a:lvl7pPr>
            <a:lvl8pPr marL="5689351" indent="0">
              <a:buNone/>
              <a:defRPr sz="3555"/>
            </a:lvl8pPr>
            <a:lvl9pPr marL="6502116" indent="0">
              <a:buNone/>
              <a:defRPr sz="3555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4032" y="2336797"/>
            <a:ext cx="2964645" cy="2839937"/>
          </a:xfrm>
        </p:spPr>
        <p:txBody>
          <a:bodyPr anchor="b"/>
          <a:lstStyle>
            <a:lvl1pPr marL="0" indent="0">
              <a:buNone/>
              <a:defRPr sz="2844"/>
            </a:lvl1pPr>
            <a:lvl2pPr marL="812764" indent="0">
              <a:buNone/>
              <a:defRPr sz="2489"/>
            </a:lvl2pPr>
            <a:lvl3pPr marL="1625529" indent="0">
              <a:buNone/>
              <a:defRPr sz="2133"/>
            </a:lvl3pPr>
            <a:lvl4pPr marL="2438293" indent="0">
              <a:buNone/>
              <a:defRPr sz="1778"/>
            </a:lvl4pPr>
            <a:lvl5pPr marL="3251058" indent="0">
              <a:buNone/>
              <a:defRPr sz="1778"/>
            </a:lvl5pPr>
            <a:lvl6pPr marL="4063822" indent="0">
              <a:buNone/>
              <a:defRPr sz="1778"/>
            </a:lvl6pPr>
            <a:lvl7pPr marL="4876587" indent="0">
              <a:buNone/>
              <a:defRPr sz="1778"/>
            </a:lvl7pPr>
            <a:lvl8pPr marL="5689351" indent="0">
              <a:buNone/>
              <a:defRPr sz="1778"/>
            </a:lvl8pPr>
            <a:lvl9pPr marL="6502116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525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551" y="453644"/>
            <a:ext cx="8694539" cy="9362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6551" y="1389854"/>
            <a:ext cx="8694539" cy="37175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562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66347" y="478331"/>
            <a:ext cx="1692537" cy="46291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3043" y="478332"/>
            <a:ext cx="7273303" cy="46291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870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BE59D4F-D9DB-43FA-9518-332F7044A38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5257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552" y="453644"/>
            <a:ext cx="8808622" cy="9362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6551" y="1418491"/>
            <a:ext cx="8808623" cy="3798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407" y="5335677"/>
            <a:ext cx="2889179" cy="301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9311" y="5335677"/>
            <a:ext cx="2319573" cy="301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17739" y="5335677"/>
            <a:ext cx="354878" cy="301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05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1786" userDrawn="1">
          <p15:clr>
            <a:srgbClr val="F26B43"/>
          </p15:clr>
        </p15:guide>
        <p15:guide id="6" pos="317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0160C9-705C-F998-E9D6-44E0887E0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Bingo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15421D-61C4-DCB7-44A5-8DDDBA307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6551" y="1509521"/>
            <a:ext cx="5033357" cy="359791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fr-FR"/>
              <a:t>Règles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fr-FR"/>
              <a:t>Chaque personne doit interroger une autre personne pour remplir une case de son bingo avec leur point commun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fr-FR"/>
              <a:t>Lorsque la case est remplie (point commun + nom de la personne), on passe à la suivante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fr-FR"/>
              <a:t>Trinôme autorisé si besoin</a:t>
            </a:r>
          </a:p>
          <a:p>
            <a:pPr>
              <a:lnSpc>
                <a:spcPct val="100000"/>
              </a:lnSpc>
            </a:pPr>
            <a:r>
              <a:rPr lang="fr-FR"/>
              <a:t>Outils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fr-FR"/>
              <a:t>Fiche (fournie)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fr-FR"/>
              <a:t>Crayon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fr-FR"/>
              <a:t>Scotch/pâte à fixe</a:t>
            </a:r>
          </a:p>
          <a:p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B069CBE-D2FA-9C9C-1E1F-F73055824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6736" y="1509521"/>
            <a:ext cx="3563712" cy="359791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fr-FR"/>
              <a:t>Objectifs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/>
              <a:t>Rencontrer/discuter rapidement avec tout le monde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/>
              <a:t>Trouver son groupe pour l'activité du lendemain</a:t>
            </a:r>
          </a:p>
          <a:p>
            <a:r>
              <a:rPr lang="fr-FR"/>
              <a:t>Groupes :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/>
              <a:t>Fête de la science : 2 x 6 pers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/>
              <a:t>Hackathon : 2 x 6 pers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/>
              <a:t>Chroniques : 2 x 3 pers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23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0E108B-18F3-AA59-0C10-8BDEF487C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Déroulé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D2871C-55E9-CC0C-5C09-38D81BB88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Mercredi 14h – 14h30 : Accueil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fr-FR"/>
              <a:t>Présentation du workshop ?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fr-FR"/>
              <a:t>Présentation de l'activité médiation scientifique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fr-FR"/>
              <a:t>Présentation du jeu</a:t>
            </a:r>
          </a:p>
          <a:p>
            <a:pPr lvl="2" indent="-285750">
              <a:buFont typeface="Wingdings" panose="020B0604020202020204" pitchFamily="34" charset="0"/>
              <a:buChar char="§"/>
            </a:pPr>
            <a:r>
              <a:rPr lang="fr-FR"/>
              <a:t>Expliquer les règles</a:t>
            </a:r>
          </a:p>
          <a:p>
            <a:pPr lvl="2" indent="-285750">
              <a:buFont typeface="Wingdings" panose="020B0604020202020204" pitchFamily="34" charset="0"/>
              <a:buChar char="§"/>
            </a:pPr>
            <a:r>
              <a:rPr lang="fr-FR"/>
              <a:t>Distribuer les fiches</a:t>
            </a:r>
          </a:p>
          <a:p>
            <a:pPr lvl="2" indent="-285750">
              <a:buFont typeface="Wingdings" panose="020B0604020202020204" pitchFamily="34" charset="0"/>
              <a:buChar char="§"/>
            </a:pPr>
            <a:r>
              <a:rPr lang="fr-FR"/>
              <a:t>Temps de jeu = Pause café de 16h30 - 17h00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65FE23-2941-BC1F-9299-0A210D8DD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1D2A8-5EC1-4FFE-8705-D0146B4D065F}" type="datetime1">
              <a:t>5/6/2025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BB975F-0278-476B-4155-2A4CD648C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EE3793-A08F-28D9-FCDB-1DB4380F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96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90EF9A-78B7-AE4E-987C-A02394511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Bingo – exemple fiche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70F44C3-0B8B-FB4A-E232-F66C4F61F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0804C-3417-4051-8F2E-11624547FAEE}" type="datetime1">
              <a:t>5/6/2025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A6DD009-9A70-7422-507B-9B8EEF328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683785A-2E28-997E-F12F-D55FA5453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3</a:t>
            </a:fld>
            <a:endParaRPr lang="en-US"/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18F66BD0-EE40-C32C-330B-A5B962018A0E}"/>
              </a:ext>
            </a:extLst>
          </p:cNvPr>
          <p:cNvGrpSpPr/>
          <p:nvPr/>
        </p:nvGrpSpPr>
        <p:grpSpPr>
          <a:xfrm>
            <a:off x="365143" y="1388814"/>
            <a:ext cx="9351993" cy="3552696"/>
            <a:chOff x="79143" y="881870"/>
            <a:chExt cx="9351993" cy="355269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81F3BB0-AFB4-A669-D087-1EA6D6DB8F10}"/>
                </a:ext>
              </a:extLst>
            </p:cNvPr>
            <p:cNvSpPr/>
            <p:nvPr/>
          </p:nvSpPr>
          <p:spPr>
            <a:xfrm>
              <a:off x="1115843" y="1389563"/>
              <a:ext cx="3663241" cy="904648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fr-FR" sz="1400"/>
                <a:t>Question : Quel est ton plat préféré ?</a:t>
              </a:r>
              <a:endParaRPr lang="fr-FR"/>
            </a:p>
            <a:p>
              <a:pPr>
                <a:lnSpc>
                  <a:spcPct val="150000"/>
                </a:lnSpc>
              </a:pPr>
              <a:r>
                <a:rPr lang="fr-FR" sz="1400"/>
                <a:t>Réponse : ….....................................................</a:t>
              </a:r>
            </a:p>
            <a:p>
              <a:pPr>
                <a:lnSpc>
                  <a:spcPct val="150000"/>
                </a:lnSpc>
              </a:pPr>
              <a:r>
                <a:rPr lang="fr-FR" sz="1400"/>
                <a:t>Nom : …..............................................................</a:t>
              </a:r>
            </a:p>
          </p:txBody>
        </p:sp>
        <p:pic>
          <p:nvPicPr>
            <p:cNvPr id="7" name="Graphique 6" descr="Couverts de table  avec un remplissage uni">
              <a:extLst>
                <a:ext uri="{FF2B5EF4-FFF2-40B4-BE49-F238E27FC236}">
                  <a16:creationId xmlns:a16="http://schemas.microsoft.com/office/drawing/2014/main" id="{CD25AB8E-477C-02D7-30E7-1E6110573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1029" y="1382098"/>
              <a:ext cx="914499" cy="9144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B079865-0EB5-E319-C42A-83DB90398B73}"/>
                </a:ext>
              </a:extLst>
            </p:cNvPr>
            <p:cNvSpPr/>
            <p:nvPr/>
          </p:nvSpPr>
          <p:spPr>
            <a:xfrm>
              <a:off x="1115706" y="2292963"/>
              <a:ext cx="3663241" cy="904648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>
                <a:lnSpc>
                  <a:spcPct val="150000"/>
                </a:lnSpc>
              </a:pPr>
              <a:r>
                <a:rPr lang="fr-FR" sz="1400"/>
                <a:t>Question : Lieu visité récemment</a:t>
              </a:r>
              <a:endParaRPr lang="fr-FR"/>
            </a:p>
            <a:p>
              <a:pPr>
                <a:lnSpc>
                  <a:spcPct val="150000"/>
                </a:lnSpc>
              </a:pPr>
              <a:r>
                <a:rPr lang="fr-FR" sz="1400"/>
                <a:t>Réponse : ….....................................................</a:t>
              </a:r>
            </a:p>
            <a:p>
              <a:pPr>
                <a:lnSpc>
                  <a:spcPct val="150000"/>
                </a:lnSpc>
              </a:pPr>
              <a:r>
                <a:rPr lang="fr-FR" sz="1400"/>
                <a:t>Nom : …..............................................................</a:t>
              </a:r>
            </a:p>
          </p:txBody>
        </p:sp>
        <p:pic>
          <p:nvPicPr>
            <p:cNvPr id="10" name="Graphique 9" descr="Carte avec repère avec un remplissage uni">
              <a:extLst>
                <a:ext uri="{FF2B5EF4-FFF2-40B4-BE49-F238E27FC236}">
                  <a16:creationId xmlns:a16="http://schemas.microsoft.com/office/drawing/2014/main" id="{F4AB9A76-54AA-8870-ACB8-35548CF3C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1030" y="2291997"/>
              <a:ext cx="914499" cy="9144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12C4B3A-F567-4B2E-011C-EF468C4EC7FE}"/>
                </a:ext>
              </a:extLst>
            </p:cNvPr>
            <p:cNvSpPr/>
            <p:nvPr/>
          </p:nvSpPr>
          <p:spPr>
            <a:xfrm>
              <a:off x="1115569" y="3209362"/>
              <a:ext cx="3663241" cy="904648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>
                <a:lnSpc>
                  <a:spcPct val="150000"/>
                </a:lnSpc>
              </a:pPr>
              <a:r>
                <a:rPr lang="fr-FR" sz="1400"/>
                <a:t>Question : Personnage de fiction préféré</a:t>
              </a:r>
              <a:endParaRPr lang="fr-FR"/>
            </a:p>
            <a:p>
              <a:pPr>
                <a:lnSpc>
                  <a:spcPct val="150000"/>
                </a:lnSpc>
              </a:pPr>
              <a:r>
                <a:rPr lang="fr-FR" sz="1400"/>
                <a:t>Réponse : ….....................................................</a:t>
              </a:r>
            </a:p>
            <a:p>
              <a:pPr>
                <a:lnSpc>
                  <a:spcPct val="150000"/>
                </a:lnSpc>
              </a:pPr>
              <a:r>
                <a:rPr lang="fr-FR" sz="1400"/>
                <a:t>Nom : …..............................................................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5C0A346-94BC-8CA5-42DD-AF2C55F4FE36}"/>
                </a:ext>
              </a:extLst>
            </p:cNvPr>
            <p:cNvSpPr/>
            <p:nvPr/>
          </p:nvSpPr>
          <p:spPr>
            <a:xfrm>
              <a:off x="4774925" y="1389562"/>
              <a:ext cx="3663241" cy="904648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>
                <a:lnSpc>
                  <a:spcPct val="150000"/>
                </a:lnSpc>
              </a:pPr>
              <a:r>
                <a:rPr lang="fr-FR" sz="1400"/>
                <a:t>Question : Spécifique atelier 1</a:t>
              </a:r>
              <a:endParaRPr lang="fr-FR"/>
            </a:p>
            <a:p>
              <a:pPr>
                <a:lnSpc>
                  <a:spcPct val="150000"/>
                </a:lnSpc>
              </a:pPr>
              <a:r>
                <a:rPr lang="fr-FR" sz="1400"/>
                <a:t>Réponse : ….....................................................</a:t>
              </a:r>
            </a:p>
            <a:p>
              <a:pPr>
                <a:lnSpc>
                  <a:spcPct val="150000"/>
                </a:lnSpc>
              </a:pPr>
              <a:r>
                <a:rPr lang="fr-FR" sz="1400"/>
                <a:t>Nom : …..............................................................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DFFB9B8-5DC8-0072-D4D5-B0BE7F72A2AE}"/>
                </a:ext>
              </a:extLst>
            </p:cNvPr>
            <p:cNvSpPr/>
            <p:nvPr/>
          </p:nvSpPr>
          <p:spPr>
            <a:xfrm>
              <a:off x="4774391" y="2292962"/>
              <a:ext cx="3663241" cy="904648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>
                <a:lnSpc>
                  <a:spcPct val="150000"/>
                </a:lnSpc>
              </a:pPr>
              <a:r>
                <a:rPr lang="fr-FR" sz="1400"/>
                <a:t>Question : Spécifique atelier 2</a:t>
              </a:r>
              <a:endParaRPr lang="fr-FR"/>
            </a:p>
            <a:p>
              <a:pPr>
                <a:lnSpc>
                  <a:spcPct val="150000"/>
                </a:lnSpc>
              </a:pPr>
              <a:r>
                <a:rPr lang="fr-FR" sz="1400"/>
                <a:t>Réponse : ….....................................................</a:t>
              </a:r>
            </a:p>
            <a:p>
              <a:pPr>
                <a:lnSpc>
                  <a:spcPct val="150000"/>
                </a:lnSpc>
              </a:pPr>
              <a:r>
                <a:rPr lang="fr-FR" sz="1400"/>
                <a:t>Nom : …..............................................................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CD1F1E0-FD81-4D10-8162-E1ABCDA282D7}"/>
                </a:ext>
              </a:extLst>
            </p:cNvPr>
            <p:cNvSpPr/>
            <p:nvPr/>
          </p:nvSpPr>
          <p:spPr>
            <a:xfrm>
              <a:off x="4773857" y="3209361"/>
              <a:ext cx="3663241" cy="904648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>
                <a:lnSpc>
                  <a:spcPct val="150000"/>
                </a:lnSpc>
              </a:pPr>
              <a:r>
                <a:rPr lang="fr-FR" sz="1400"/>
                <a:t>Question : Spécifique atelier + groupe </a:t>
              </a:r>
              <a:endParaRPr lang="fr-FR"/>
            </a:p>
            <a:p>
              <a:pPr>
                <a:lnSpc>
                  <a:spcPct val="150000"/>
                </a:lnSpc>
              </a:pPr>
              <a:r>
                <a:rPr lang="fr-FR" sz="1400"/>
                <a:t>Réponse : ….....................................................</a:t>
              </a:r>
            </a:p>
            <a:p>
              <a:pPr>
                <a:lnSpc>
                  <a:spcPct val="150000"/>
                </a:lnSpc>
              </a:pPr>
              <a:r>
                <a:rPr lang="fr-FR" sz="1400"/>
                <a:t>Nom : …..............................................................</a:t>
              </a:r>
            </a:p>
          </p:txBody>
        </p:sp>
        <p:pic>
          <p:nvPicPr>
            <p:cNvPr id="15" name="Graphique 14" descr="Drame avec un remplissage uni">
              <a:extLst>
                <a:ext uri="{FF2B5EF4-FFF2-40B4-BE49-F238E27FC236}">
                  <a16:creationId xmlns:a16="http://schemas.microsoft.com/office/drawing/2014/main" id="{7A9EFE16-EE1B-B183-8758-5F81A800F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7529" y="3201897"/>
              <a:ext cx="914499" cy="914400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76EDC46-9727-7527-5069-35402DEA7915}"/>
                </a:ext>
              </a:extLst>
            </p:cNvPr>
            <p:cNvSpPr/>
            <p:nvPr/>
          </p:nvSpPr>
          <p:spPr>
            <a:xfrm>
              <a:off x="79143" y="881870"/>
              <a:ext cx="9351993" cy="3552696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fr-FR"/>
                <a:t>Prénom : ….......................................... Nom : ….................................................</a:t>
              </a:r>
            </a:p>
          </p:txBody>
        </p:sp>
      </p:grpSp>
      <p:sp>
        <p:nvSpPr>
          <p:cNvPr id="18" name="Ellipse 17">
            <a:extLst>
              <a:ext uri="{FF2B5EF4-FFF2-40B4-BE49-F238E27FC236}">
                <a16:creationId xmlns:a16="http://schemas.microsoft.com/office/drawing/2014/main" id="{4760D3F0-2EAE-6A04-748D-A177B5DCE639}"/>
              </a:ext>
            </a:extLst>
          </p:cNvPr>
          <p:cNvSpPr/>
          <p:nvPr/>
        </p:nvSpPr>
        <p:spPr>
          <a:xfrm>
            <a:off x="8896696" y="2060215"/>
            <a:ext cx="570301" cy="59168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8C29EBCC-4AD7-E0AE-A6BE-06D65A097BFA}"/>
              </a:ext>
            </a:extLst>
          </p:cNvPr>
          <p:cNvSpPr/>
          <p:nvPr/>
        </p:nvSpPr>
        <p:spPr>
          <a:xfrm>
            <a:off x="8894880" y="2944182"/>
            <a:ext cx="570301" cy="59168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DE06B7EE-0ED4-8010-6E74-107F1C67D06A}"/>
              </a:ext>
            </a:extLst>
          </p:cNvPr>
          <p:cNvSpPr/>
          <p:nvPr/>
        </p:nvSpPr>
        <p:spPr>
          <a:xfrm>
            <a:off x="8893064" y="3899437"/>
            <a:ext cx="570301" cy="59168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872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864FF1-904F-7776-2824-2681BD216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Bingo – questions spécifiques atelier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1D733CE-83BD-731F-5F86-5C8F42E7B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Fête de la science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fr-FR"/>
              <a:t>Matière préférée/détestée au lycée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fr-FR"/>
              <a:t>Scientifique médiatique préféré/détesté</a:t>
            </a:r>
          </a:p>
          <a:p>
            <a:r>
              <a:rPr lang="fr-FR"/>
              <a:t>Hackathon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fr-FR"/>
              <a:t>Documentaire/film préféré/regardé récemment</a:t>
            </a:r>
            <a:endParaRPr lang="en-US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fr-FR"/>
              <a:t>Production manuelle dont vous êtes fier (bricolage, objets, art, etc.)</a:t>
            </a:r>
          </a:p>
          <a:p>
            <a:r>
              <a:rPr lang="fr-FR"/>
              <a:t>Chronique scientifique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fr-FR"/>
              <a:t>Canal d'information privilégié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fr-FR"/>
              <a:t>Émission de radio/podcast/télé préféré/écouté récemment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70183E0-6D7E-323A-948E-899A2E31C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47C2E-E53E-4259-B26B-7253735B688A}" type="datetime1">
              <a:t>5/6/2025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6153630-D880-FB84-8CD6-B6D34D0E0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8CC2F02-407B-63F6-CC2C-CD57A7965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619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F480C-EAA7-1C72-3208-F48C16A41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DB7DE0-A34A-4301-74EA-C1821037D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Bingo – questions spécifiques groupes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A02097B-DBD2-F07D-66E1-3D0E4011B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fr-FR"/>
              <a:t>Fête de la science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/>
              <a:t>Groupe 1 : Évènement préféré/récent (concert, manifestation, festival, etc.)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/>
              <a:t>Groupe 2 : D'où vient le goût pour la science ?</a:t>
            </a:r>
          </a:p>
          <a:p>
            <a:r>
              <a:rPr lang="fr-FR"/>
              <a:t>Hackathon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fr-FR"/>
              <a:t>Groupe 1 : Jeu préféré (société/vidéo)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fr-FR"/>
              <a:t>Groupe 2 : Sport préféré (pratiqué ou juste regardé)</a:t>
            </a:r>
          </a:p>
          <a:p>
            <a:r>
              <a:rPr lang="fr-FR"/>
              <a:t>Chronique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fr-FR"/>
              <a:t>Groupe 1 : Personnalité publique apprécié (acteur/sportif etc.)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fr-FR"/>
              <a:t>Groupe 2 : ??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fr-FR"/>
              <a:t>Groupe 3 : ??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D6D819E-AC30-2BC5-95F0-98A3C484A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47C2E-E53E-4259-B26B-7253735B688A}" type="datetime1">
              <a:t>5/6/2025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5504B7D-FF19-130C-4470-8A2AC7DE8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160888A-DD43-5EC6-33A6-2DEE38BA4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565581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VanillaVTI</vt:lpstr>
      <vt:lpstr>Bingo</vt:lpstr>
      <vt:lpstr>Déroulé</vt:lpstr>
      <vt:lpstr>Bingo – exemple fiche</vt:lpstr>
      <vt:lpstr>Bingo – questions spécifiques atelier</vt:lpstr>
      <vt:lpstr>Bingo – questions spécifiques groupes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Auriane Platzer</dc:creator>
  <dc:description/>
  <cp:revision>1</cp:revision>
  <dcterms:created xsi:type="dcterms:W3CDTF">2025-05-06T10:28:06Z</dcterms:created>
  <dcterms:modified xsi:type="dcterms:W3CDTF">2025-05-06T09:30:29Z</dcterms:modified>
  <dc:language>fr-FR</dc:language>
</cp:coreProperties>
</file>