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F638FD-CA5A-A2AA-4F46-5A8BC3A6718F}" v="1586" dt="2025-05-14T09:10:00.176"/>
    <p1510:client id="{A8F40272-5092-1F9D-D025-8E0BCA848DED}" v="174" dt="2025-05-14T11:47:07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ilisateur invité" userId="S::urn:spo:tenantanon#b323bcb4-6d58-4f25-87bf-6366c3d689af::" providerId="AD" clId="Web-{C23CA578-D072-046B-17D5-C895BBBC9F24}"/>
    <pc:docChg chg="addSld delSld modSld">
      <pc:chgData name="Utilisateur invité" userId="S::urn:spo:tenantanon#b323bcb4-6d58-4f25-87bf-6366c3d689af::" providerId="AD" clId="Web-{C23CA578-D072-046B-17D5-C895BBBC9F24}" dt="2025-05-05T13:44:09.733" v="1900"/>
      <pc:docMkLst>
        <pc:docMk/>
      </pc:docMkLst>
      <pc:sldChg chg="addSp delSp modSp">
        <pc:chgData name="Utilisateur invité" userId="S::urn:spo:tenantanon#b323bcb4-6d58-4f25-87bf-6366c3d689af::" providerId="AD" clId="Web-{C23CA578-D072-046B-17D5-C895BBBC9F24}" dt="2025-05-05T13:43:30.123" v="1888" actId="20577"/>
        <pc:sldMkLst>
          <pc:docMk/>
          <pc:sldMk cId="2102803744" sldId="256"/>
        </pc:sldMkLst>
        <pc:spChg chg="add del mod">
          <ac:chgData name="Utilisateur invité" userId="S::urn:spo:tenantanon#b323bcb4-6d58-4f25-87bf-6366c3d689af::" providerId="AD" clId="Web-{C23CA578-D072-046B-17D5-C895BBBC9F24}" dt="2025-05-05T13:43:30.123" v="1888" actId="20577"/>
          <ac:spMkLst>
            <pc:docMk/>
            <pc:sldMk cId="2102803744" sldId="256"/>
            <ac:spMk id="2" creationId="{01D6EC14-47FE-B782-646A-88C07932BA49}"/>
          </ac:spMkLst>
        </pc:spChg>
        <pc:spChg chg="add del mod">
          <ac:chgData name="Utilisateur invité" userId="S::urn:spo:tenantanon#b323bcb4-6d58-4f25-87bf-6366c3d689af::" providerId="AD" clId="Web-{C23CA578-D072-046B-17D5-C895BBBC9F24}" dt="2025-05-05T13:43:27.294" v="1885"/>
          <ac:spMkLst>
            <pc:docMk/>
            <pc:sldMk cId="2102803744" sldId="256"/>
            <ac:spMk id="3" creationId="{0243D16C-FB7C-F811-57EF-CF65DEA81CF2}"/>
          </ac:spMkLst>
        </pc:spChg>
        <pc:spChg chg="add del mod">
          <ac:chgData name="Utilisateur invité" userId="S::urn:spo:tenantanon#b323bcb4-6d58-4f25-87bf-6366c3d689af::" providerId="AD" clId="Web-{C23CA578-D072-046B-17D5-C895BBBC9F24}" dt="2025-05-05T13:43:27.294" v="1885"/>
          <ac:spMkLst>
            <pc:docMk/>
            <pc:sldMk cId="2102803744" sldId="256"/>
            <ac:spMk id="5" creationId="{A3AB5A03-9944-08CF-475A-1DC58629741C}"/>
          </ac:spMkLst>
        </pc:spChg>
      </pc:sldChg>
      <pc:sldChg chg="addSp modSp new">
        <pc:chgData name="Utilisateur invité" userId="S::urn:spo:tenantanon#b323bcb4-6d58-4f25-87bf-6366c3d689af::" providerId="AD" clId="Web-{C23CA578-D072-046B-17D5-C895BBBC9F24}" dt="2025-05-05T13:19:48.418" v="1190" actId="20577"/>
        <pc:sldMkLst>
          <pc:docMk/>
          <pc:sldMk cId="278011681" sldId="257"/>
        </pc:sldMkLst>
        <pc:spChg chg="mod">
          <ac:chgData name="Utilisateur invité" userId="S::urn:spo:tenantanon#b323bcb4-6d58-4f25-87bf-6366c3d689af::" providerId="AD" clId="Web-{C23CA578-D072-046B-17D5-C895BBBC9F24}" dt="2025-05-05T12:20:28.430" v="531" actId="20577"/>
          <ac:spMkLst>
            <pc:docMk/>
            <pc:sldMk cId="278011681" sldId="257"/>
            <ac:spMk id="2" creationId="{68DCDD4C-2EDA-F96D-6E49-E0438D96D521}"/>
          </ac:spMkLst>
        </pc:spChg>
        <pc:spChg chg="add mod">
          <ac:chgData name="Utilisateur invité" userId="S::urn:spo:tenantanon#b323bcb4-6d58-4f25-87bf-6366c3d689af::" providerId="AD" clId="Web-{C23CA578-D072-046B-17D5-C895BBBC9F24}" dt="2025-05-05T13:19:48.418" v="1190" actId="20577"/>
          <ac:spMkLst>
            <pc:docMk/>
            <pc:sldMk cId="278011681" sldId="257"/>
            <ac:spMk id="3" creationId="{6F9082D7-8429-1A32-9F3E-99458A3A3450}"/>
          </ac:spMkLst>
        </pc:spChg>
        <pc:spChg chg="add mod">
          <ac:chgData name="Utilisateur invité" userId="S::urn:spo:tenantanon#b323bcb4-6d58-4f25-87bf-6366c3d689af::" providerId="AD" clId="Web-{C23CA578-D072-046B-17D5-C895BBBC9F24}" dt="2025-05-05T12:54:54.540" v="688" actId="14100"/>
          <ac:spMkLst>
            <pc:docMk/>
            <pc:sldMk cId="278011681" sldId="257"/>
            <ac:spMk id="4" creationId="{562299BC-76BF-E75D-D6B8-471CC66CAA83}"/>
          </ac:spMkLst>
        </pc:spChg>
      </pc:sldChg>
      <pc:sldChg chg="addSp modSp add replId">
        <pc:chgData name="Utilisateur invité" userId="S::urn:spo:tenantanon#b323bcb4-6d58-4f25-87bf-6366c3d689af::" providerId="AD" clId="Web-{C23CA578-D072-046B-17D5-C895BBBC9F24}" dt="2025-05-05T13:35:41.315" v="1487" actId="20577"/>
        <pc:sldMkLst>
          <pc:docMk/>
          <pc:sldMk cId="1232528530" sldId="258"/>
        </pc:sldMkLst>
        <pc:spChg chg="mod">
          <ac:chgData name="Utilisateur invité" userId="S::urn:spo:tenantanon#b323bcb4-6d58-4f25-87bf-6366c3d689af::" providerId="AD" clId="Web-{C23CA578-D072-046B-17D5-C895BBBC9F24}" dt="2025-05-05T13:35:41.315" v="1487" actId="20577"/>
          <ac:spMkLst>
            <pc:docMk/>
            <pc:sldMk cId="1232528530" sldId="258"/>
            <ac:spMk id="2" creationId="{642DC6BC-39E0-A9C0-3FD2-6C36970293EA}"/>
          </ac:spMkLst>
        </pc:spChg>
        <pc:spChg chg="mod">
          <ac:chgData name="Utilisateur invité" userId="S::urn:spo:tenantanon#b323bcb4-6d58-4f25-87bf-6366c3d689af::" providerId="AD" clId="Web-{C23CA578-D072-046B-17D5-C895BBBC9F24}" dt="2025-05-05T13:23:33.658" v="1232" actId="20577"/>
          <ac:spMkLst>
            <pc:docMk/>
            <pc:sldMk cId="1232528530" sldId="258"/>
            <ac:spMk id="3" creationId="{A4C9CD6F-D1EE-F2B6-FCAA-617059DE0BE3}"/>
          </ac:spMkLst>
        </pc:spChg>
        <pc:spChg chg="mod">
          <ac:chgData name="Utilisateur invité" userId="S::urn:spo:tenantanon#b323bcb4-6d58-4f25-87bf-6366c3d689af::" providerId="AD" clId="Web-{C23CA578-D072-046B-17D5-C895BBBC9F24}" dt="2025-05-05T13:14:00.551" v="1072" actId="20577"/>
          <ac:spMkLst>
            <pc:docMk/>
            <pc:sldMk cId="1232528530" sldId="258"/>
            <ac:spMk id="4" creationId="{138EBD2F-AA96-34C3-B3DB-0748A9A716CC}"/>
          </ac:spMkLst>
        </pc:spChg>
        <pc:spChg chg="add mod">
          <ac:chgData name="Utilisateur invité" userId="S::urn:spo:tenantanon#b323bcb4-6d58-4f25-87bf-6366c3d689af::" providerId="AD" clId="Web-{C23CA578-D072-046B-17D5-C895BBBC9F24}" dt="2025-05-05T13:17:47.837" v="1185" actId="20577"/>
          <ac:spMkLst>
            <pc:docMk/>
            <pc:sldMk cId="1232528530" sldId="258"/>
            <ac:spMk id="5" creationId="{54F490B0-4287-68E4-9783-90224805ED5F}"/>
          </ac:spMkLst>
        </pc:spChg>
      </pc:sldChg>
      <pc:sldChg chg="modSp add replId">
        <pc:chgData name="Utilisateur invité" userId="S::urn:spo:tenantanon#b323bcb4-6d58-4f25-87bf-6366c3d689af::" providerId="AD" clId="Web-{C23CA578-D072-046B-17D5-C895BBBC9F24}" dt="2025-05-05T13:35:04.627" v="1484" actId="20577"/>
        <pc:sldMkLst>
          <pc:docMk/>
          <pc:sldMk cId="2617974330" sldId="259"/>
        </pc:sldMkLst>
        <pc:spChg chg="mod">
          <ac:chgData name="Utilisateur invité" userId="S::urn:spo:tenantanon#b323bcb4-6d58-4f25-87bf-6366c3d689af::" providerId="AD" clId="Web-{C23CA578-D072-046B-17D5-C895BBBC9F24}" dt="2025-05-05T13:20:49.419" v="1197" actId="20577"/>
          <ac:spMkLst>
            <pc:docMk/>
            <pc:sldMk cId="2617974330" sldId="259"/>
            <ac:spMk id="2" creationId="{F9C6C0F1-3439-1553-C9A7-3CE710A0884F}"/>
          </ac:spMkLst>
        </pc:spChg>
        <pc:spChg chg="mod">
          <ac:chgData name="Utilisateur invité" userId="S::urn:spo:tenantanon#b323bcb4-6d58-4f25-87bf-6366c3d689af::" providerId="AD" clId="Web-{C23CA578-D072-046B-17D5-C895BBBC9F24}" dt="2025-05-05T13:26:26.740" v="1367" actId="20577"/>
          <ac:spMkLst>
            <pc:docMk/>
            <pc:sldMk cId="2617974330" sldId="259"/>
            <ac:spMk id="3" creationId="{814DEE44-0E2B-DD81-90FF-7C5D8675FF0D}"/>
          </ac:spMkLst>
        </pc:spChg>
        <pc:spChg chg="mod">
          <ac:chgData name="Utilisateur invité" userId="S::urn:spo:tenantanon#b323bcb4-6d58-4f25-87bf-6366c3d689af::" providerId="AD" clId="Web-{C23CA578-D072-046B-17D5-C895BBBC9F24}" dt="2025-05-05T13:34:06.407" v="1446" actId="20577"/>
          <ac:spMkLst>
            <pc:docMk/>
            <pc:sldMk cId="2617974330" sldId="259"/>
            <ac:spMk id="4" creationId="{F7D6C281-0A26-26E5-3F4F-FA1F90852267}"/>
          </ac:spMkLst>
        </pc:spChg>
        <pc:spChg chg="mod">
          <ac:chgData name="Utilisateur invité" userId="S::urn:spo:tenantanon#b323bcb4-6d58-4f25-87bf-6366c3d689af::" providerId="AD" clId="Web-{C23CA578-D072-046B-17D5-C895BBBC9F24}" dt="2025-05-05T13:35:04.627" v="1484" actId="20577"/>
          <ac:spMkLst>
            <pc:docMk/>
            <pc:sldMk cId="2617974330" sldId="259"/>
            <ac:spMk id="5" creationId="{A7F749DA-37F7-87C2-80DD-5BFA36EBAE9A}"/>
          </ac:spMkLst>
        </pc:spChg>
      </pc:sldChg>
      <pc:sldChg chg="modSp add replId">
        <pc:chgData name="Utilisateur invité" userId="S::urn:spo:tenantanon#b323bcb4-6d58-4f25-87bf-6366c3d689af::" providerId="AD" clId="Web-{C23CA578-D072-046B-17D5-C895BBBC9F24}" dt="2025-05-05T13:41:40.198" v="1871" actId="20577"/>
        <pc:sldMkLst>
          <pc:docMk/>
          <pc:sldMk cId="3613277960" sldId="260"/>
        </pc:sldMkLst>
        <pc:spChg chg="mod">
          <ac:chgData name="Utilisateur invité" userId="S::urn:spo:tenantanon#b323bcb4-6d58-4f25-87bf-6366c3d689af::" providerId="AD" clId="Web-{C23CA578-D072-046B-17D5-C895BBBC9F24}" dt="2025-05-05T13:35:50.440" v="1495" actId="20577"/>
          <ac:spMkLst>
            <pc:docMk/>
            <pc:sldMk cId="3613277960" sldId="260"/>
            <ac:spMk id="2" creationId="{1A199593-AFE3-5C46-52EC-71287FC8A3EF}"/>
          </ac:spMkLst>
        </pc:spChg>
        <pc:spChg chg="mod">
          <ac:chgData name="Utilisateur invité" userId="S::urn:spo:tenantanon#b323bcb4-6d58-4f25-87bf-6366c3d689af::" providerId="AD" clId="Web-{C23CA578-D072-046B-17D5-C895BBBC9F24}" dt="2025-05-05T13:37:41.708" v="1653" actId="20577"/>
          <ac:spMkLst>
            <pc:docMk/>
            <pc:sldMk cId="3613277960" sldId="260"/>
            <ac:spMk id="3" creationId="{9398D689-157D-EFCD-4445-1DAE4AB660A1}"/>
          </ac:spMkLst>
        </pc:spChg>
        <pc:spChg chg="mod">
          <ac:chgData name="Utilisateur invité" userId="S::urn:spo:tenantanon#b323bcb4-6d58-4f25-87bf-6366c3d689af::" providerId="AD" clId="Web-{C23CA578-D072-046B-17D5-C895BBBC9F24}" dt="2025-05-05T13:40:12.384" v="1790" actId="20577"/>
          <ac:spMkLst>
            <pc:docMk/>
            <pc:sldMk cId="3613277960" sldId="260"/>
            <ac:spMk id="4" creationId="{465D0ECA-DDD4-2627-BDE5-13087FCD6E8B}"/>
          </ac:spMkLst>
        </pc:spChg>
        <pc:spChg chg="mod">
          <ac:chgData name="Utilisateur invité" userId="S::urn:spo:tenantanon#b323bcb4-6d58-4f25-87bf-6366c3d689af::" providerId="AD" clId="Web-{C23CA578-D072-046B-17D5-C895BBBC9F24}" dt="2025-05-05T13:41:40.198" v="1871" actId="20577"/>
          <ac:spMkLst>
            <pc:docMk/>
            <pc:sldMk cId="3613277960" sldId="260"/>
            <ac:spMk id="5" creationId="{37462B04-BC56-DDE1-0F84-983E71B2B0C8}"/>
          </ac:spMkLst>
        </pc:spChg>
      </pc:sldChg>
      <pc:sldChg chg="add del replId">
        <pc:chgData name="Utilisateur invité" userId="S::urn:spo:tenantanon#b323bcb4-6d58-4f25-87bf-6366c3d689af::" providerId="AD" clId="Web-{C23CA578-D072-046B-17D5-C895BBBC9F24}" dt="2025-05-05T13:43:30.560" v="1889"/>
        <pc:sldMkLst>
          <pc:docMk/>
          <pc:sldMk cId="219226997" sldId="261"/>
        </pc:sldMkLst>
      </pc:sldChg>
      <pc:sldChg chg="addSp delSp modSp add replId">
        <pc:chgData name="Utilisateur invité" userId="S::urn:spo:tenantanon#b323bcb4-6d58-4f25-87bf-6366c3d689af::" providerId="AD" clId="Web-{C23CA578-D072-046B-17D5-C895BBBC9F24}" dt="2025-05-05T13:44:09.733" v="1900"/>
        <pc:sldMkLst>
          <pc:docMk/>
          <pc:sldMk cId="2144258908" sldId="261"/>
        </pc:sldMkLst>
        <pc:spChg chg="mod">
          <ac:chgData name="Utilisateur invité" userId="S::urn:spo:tenantanon#b323bcb4-6d58-4f25-87bf-6366c3d689af::" providerId="AD" clId="Web-{C23CA578-D072-046B-17D5-C895BBBC9F24}" dt="2025-05-05T13:44:00.889" v="1896" actId="1076"/>
          <ac:spMkLst>
            <pc:docMk/>
            <pc:sldMk cId="2144258908" sldId="261"/>
            <ac:spMk id="2" creationId="{F8774D3D-B42B-80E5-E667-7C9E1C7B305D}"/>
          </ac:spMkLst>
        </pc:spChg>
        <pc:spChg chg="del mod">
          <ac:chgData name="Utilisateur invité" userId="S::urn:spo:tenantanon#b323bcb4-6d58-4f25-87bf-6366c3d689af::" providerId="AD" clId="Web-{C23CA578-D072-046B-17D5-C895BBBC9F24}" dt="2025-05-05T13:44:07.436" v="1899"/>
          <ac:spMkLst>
            <pc:docMk/>
            <pc:sldMk cId="2144258908" sldId="261"/>
            <ac:spMk id="3" creationId="{33608912-9D6D-49BD-6A42-B2B73BB41889}"/>
          </ac:spMkLst>
        </pc:spChg>
        <pc:spChg chg="add del mod">
          <ac:chgData name="Utilisateur invité" userId="S::urn:spo:tenantanon#b323bcb4-6d58-4f25-87bf-6366c3d689af::" providerId="AD" clId="Web-{C23CA578-D072-046B-17D5-C895BBBC9F24}" dt="2025-05-05T13:44:09.733" v="1900"/>
          <ac:spMkLst>
            <pc:docMk/>
            <pc:sldMk cId="2144258908" sldId="261"/>
            <ac:spMk id="5" creationId="{E22A1E7B-A91C-B054-77C3-041300C875A2}"/>
          </ac:spMkLst>
        </pc:spChg>
      </pc:sldChg>
    </pc:docChg>
  </pc:docChgLst>
  <pc:docChgLst>
    <pc:chgData name="Utilisateur invité" userId="S::urn:spo:tenantanon#b323bcb4-6d58-4f25-87bf-6366c3d689af::" providerId="AD" clId="Web-{E8DAA7AE-31F7-C74F-D527-4983D89FA3C2}"/>
    <pc:docChg chg="modSld">
      <pc:chgData name="Utilisateur invité" userId="S::urn:spo:tenantanon#b323bcb4-6d58-4f25-87bf-6366c3d689af::" providerId="AD" clId="Web-{E8DAA7AE-31F7-C74F-D527-4983D89FA3C2}" dt="2025-05-05T14:24:09.615" v="290"/>
      <pc:docMkLst>
        <pc:docMk/>
      </pc:docMkLst>
      <pc:sldChg chg="modSp">
        <pc:chgData name="Utilisateur invité" userId="S::urn:spo:tenantanon#b323bcb4-6d58-4f25-87bf-6366c3d689af::" providerId="AD" clId="Web-{E8DAA7AE-31F7-C74F-D527-4983D89FA3C2}" dt="2025-05-05T14:00:26.082" v="232" actId="20577"/>
        <pc:sldMkLst>
          <pc:docMk/>
          <pc:sldMk cId="2102803744" sldId="256"/>
        </pc:sldMkLst>
        <pc:spChg chg="mod">
          <ac:chgData name="Utilisateur invité" userId="S::urn:spo:tenantanon#b323bcb4-6d58-4f25-87bf-6366c3d689af::" providerId="AD" clId="Web-{E8DAA7AE-31F7-C74F-D527-4983D89FA3C2}" dt="2025-05-05T14:00:26.082" v="232" actId="20577"/>
          <ac:spMkLst>
            <pc:docMk/>
            <pc:sldMk cId="2102803744" sldId="256"/>
            <ac:spMk id="2" creationId="{01D6EC14-47FE-B782-646A-88C07932BA49}"/>
          </ac:spMkLst>
        </pc:spChg>
      </pc:sldChg>
      <pc:sldChg chg="addSp delSp modSp">
        <pc:chgData name="Utilisateur invité" userId="S::urn:spo:tenantanon#b323bcb4-6d58-4f25-87bf-6366c3d689af::" providerId="AD" clId="Web-{E8DAA7AE-31F7-C74F-D527-4983D89FA3C2}" dt="2025-05-05T14:24:09.615" v="290"/>
        <pc:sldMkLst>
          <pc:docMk/>
          <pc:sldMk cId="1945710813" sldId="261"/>
        </pc:sldMkLst>
        <pc:spChg chg="mod">
          <ac:chgData name="Utilisateur invité" userId="S::urn:spo:tenantanon#b323bcb4-6d58-4f25-87bf-6366c3d689af::" providerId="AD" clId="Web-{E8DAA7AE-31F7-C74F-D527-4983D89FA3C2}" dt="2025-05-05T13:51:57.382" v="18" actId="20577"/>
          <ac:spMkLst>
            <pc:docMk/>
            <pc:sldMk cId="1945710813" sldId="261"/>
            <ac:spMk id="2" creationId="{09A493EA-FD76-24E5-E55A-D3F0271AC22E}"/>
          </ac:spMkLst>
        </pc:spChg>
        <pc:spChg chg="del">
          <ac:chgData name="Utilisateur invité" userId="S::urn:spo:tenantanon#b323bcb4-6d58-4f25-87bf-6366c3d689af::" providerId="AD" clId="Web-{E8DAA7AE-31F7-C74F-D527-4983D89FA3C2}" dt="2025-05-05T13:52:01.757" v="21"/>
          <ac:spMkLst>
            <pc:docMk/>
            <pc:sldMk cId="1945710813" sldId="261"/>
            <ac:spMk id="3" creationId="{5A494F94-A92B-748D-5756-7CED6EED5BFF}"/>
          </ac:spMkLst>
        </pc:spChg>
        <pc:spChg chg="del">
          <ac:chgData name="Utilisateur invité" userId="S::urn:spo:tenantanon#b323bcb4-6d58-4f25-87bf-6366c3d689af::" providerId="AD" clId="Web-{E8DAA7AE-31F7-C74F-D527-4983D89FA3C2}" dt="2025-05-05T13:52:01.757" v="20"/>
          <ac:spMkLst>
            <pc:docMk/>
            <pc:sldMk cId="1945710813" sldId="261"/>
            <ac:spMk id="4" creationId="{05DFC89A-A1D8-722B-2A3A-6727F7E2CACA}"/>
          </ac:spMkLst>
        </pc:spChg>
        <pc:spChg chg="del">
          <ac:chgData name="Utilisateur invité" userId="S::urn:spo:tenantanon#b323bcb4-6d58-4f25-87bf-6366c3d689af::" providerId="AD" clId="Web-{E8DAA7AE-31F7-C74F-D527-4983D89FA3C2}" dt="2025-05-05T13:52:01.757" v="19"/>
          <ac:spMkLst>
            <pc:docMk/>
            <pc:sldMk cId="1945710813" sldId="261"/>
            <ac:spMk id="5" creationId="{58A5E4F6-C039-76AA-DB29-6DC1C532A76D}"/>
          </ac:spMkLst>
        </pc:spChg>
        <pc:spChg chg="add mod">
          <ac:chgData name="Utilisateur invité" userId="S::urn:spo:tenantanon#b323bcb4-6d58-4f25-87bf-6366c3d689af::" providerId="AD" clId="Web-{E8DAA7AE-31F7-C74F-D527-4983D89FA3C2}" dt="2025-05-05T14:22:51.067" v="282" actId="1076"/>
          <ac:spMkLst>
            <pc:docMk/>
            <pc:sldMk cId="1945710813" sldId="261"/>
            <ac:spMk id="6" creationId="{D4E549AB-1974-5920-4EE0-7261F8ED994D}"/>
          </ac:spMkLst>
        </pc:spChg>
        <pc:spChg chg="add mod">
          <ac:chgData name="Utilisateur invité" userId="S::urn:spo:tenantanon#b323bcb4-6d58-4f25-87bf-6366c3d689af::" providerId="AD" clId="Web-{E8DAA7AE-31F7-C74F-D527-4983D89FA3C2}" dt="2025-05-05T14:22:47.301" v="280" actId="1076"/>
          <ac:spMkLst>
            <pc:docMk/>
            <pc:sldMk cId="1945710813" sldId="261"/>
            <ac:spMk id="7" creationId="{7A60D508-0D74-1E55-84BC-05E1E874D339}"/>
          </ac:spMkLst>
        </pc:spChg>
        <pc:spChg chg="add mod">
          <ac:chgData name="Utilisateur invité" userId="S::urn:spo:tenantanon#b323bcb4-6d58-4f25-87bf-6366c3d689af::" providerId="AD" clId="Web-{E8DAA7AE-31F7-C74F-D527-4983D89FA3C2}" dt="2025-05-05T14:22:47.317" v="281" actId="1076"/>
          <ac:spMkLst>
            <pc:docMk/>
            <pc:sldMk cId="1945710813" sldId="261"/>
            <ac:spMk id="8" creationId="{608CE2C1-4369-1C8F-0C59-3C6887BB78E6}"/>
          </ac:spMkLst>
        </pc:spChg>
        <pc:spChg chg="add del mod">
          <ac:chgData name="Utilisateur invité" userId="S::urn:spo:tenantanon#b323bcb4-6d58-4f25-87bf-6366c3d689af::" providerId="AD" clId="Web-{E8DAA7AE-31F7-C74F-D527-4983D89FA3C2}" dt="2025-05-05T13:57:20.734" v="150" actId="1076"/>
          <ac:spMkLst>
            <pc:docMk/>
            <pc:sldMk cId="1945710813" sldId="261"/>
            <ac:spMk id="9" creationId="{7587478A-F941-7247-5C78-A3F6C9E7CF12}"/>
          </ac:spMkLst>
        </pc:spChg>
        <pc:spChg chg="add mod">
          <ac:chgData name="Utilisateur invité" userId="S::urn:spo:tenantanon#b323bcb4-6d58-4f25-87bf-6366c3d689af::" providerId="AD" clId="Web-{E8DAA7AE-31F7-C74F-D527-4983D89FA3C2}" dt="2025-05-05T14:02:01.412" v="259" actId="14100"/>
          <ac:spMkLst>
            <pc:docMk/>
            <pc:sldMk cId="1945710813" sldId="261"/>
            <ac:spMk id="10" creationId="{B4BF1B8C-7909-A719-7B8F-84A1ECD2BCF8}"/>
          </ac:spMkLst>
        </pc:spChg>
        <pc:spChg chg="add mod">
          <ac:chgData name="Utilisateur invité" userId="S::urn:spo:tenantanon#b323bcb4-6d58-4f25-87bf-6366c3d689af::" providerId="AD" clId="Web-{E8DAA7AE-31F7-C74F-D527-4983D89FA3C2}" dt="2025-05-05T14:22:31.816" v="276" actId="1076"/>
          <ac:spMkLst>
            <pc:docMk/>
            <pc:sldMk cId="1945710813" sldId="261"/>
            <ac:spMk id="11" creationId="{377FC4FB-2E33-F4EF-905F-51E59BC147DE}"/>
          </ac:spMkLst>
        </pc:spChg>
        <pc:spChg chg="add mod">
          <ac:chgData name="Utilisateur invité" userId="S::urn:spo:tenantanon#b323bcb4-6d58-4f25-87bf-6366c3d689af::" providerId="AD" clId="Web-{E8DAA7AE-31F7-C74F-D527-4983D89FA3C2}" dt="2025-05-05T14:22:31.832" v="277" actId="1076"/>
          <ac:spMkLst>
            <pc:docMk/>
            <pc:sldMk cId="1945710813" sldId="261"/>
            <ac:spMk id="12" creationId="{FA1C8D3B-8759-13C9-7F89-344B287B4EA7}"/>
          </ac:spMkLst>
        </pc:spChg>
        <pc:spChg chg="add mod">
          <ac:chgData name="Utilisateur invité" userId="S::urn:spo:tenantanon#b323bcb4-6d58-4f25-87bf-6366c3d689af::" providerId="AD" clId="Web-{E8DAA7AE-31F7-C74F-D527-4983D89FA3C2}" dt="2025-05-05T14:23:26.958" v="284" actId="1076"/>
          <ac:spMkLst>
            <pc:docMk/>
            <pc:sldMk cId="1945710813" sldId="261"/>
            <ac:spMk id="13" creationId="{39B8358C-76D4-17E9-79AF-0B4E30B363C8}"/>
          </ac:spMkLst>
        </pc:spChg>
        <pc:spChg chg="add mod">
          <ac:chgData name="Utilisateur invité" userId="S::urn:spo:tenantanon#b323bcb4-6d58-4f25-87bf-6366c3d689af::" providerId="AD" clId="Web-{E8DAA7AE-31F7-C74F-D527-4983D89FA3C2}" dt="2025-05-05T14:24:09.615" v="290"/>
          <ac:spMkLst>
            <pc:docMk/>
            <pc:sldMk cId="1945710813" sldId="261"/>
            <ac:spMk id="14" creationId="{D46CD5B1-1779-1CA9-93CF-2D69DB4506BF}"/>
          </ac:spMkLst>
        </pc:spChg>
      </pc:sldChg>
    </pc:docChg>
  </pc:docChgLst>
  <pc:docChgLst>
    <pc:chgData name="Utilisateur invité" userId="S::urn:spo:tenantanon#b323bcb4-6d58-4f25-87bf-6366c3d689af::" providerId="AD" clId="Web-{8572DCD6-7ECC-0A34-FE94-5668DE86F4DF}"/>
    <pc:docChg chg="addSld delSld modSld">
      <pc:chgData name="Utilisateur invité" userId="S::urn:spo:tenantanon#b323bcb4-6d58-4f25-87bf-6366c3d689af::" providerId="AD" clId="Web-{8572DCD6-7ECC-0A34-FE94-5668DE86F4DF}" dt="2025-05-05T13:50:44.677" v="52"/>
      <pc:docMkLst>
        <pc:docMk/>
      </pc:docMkLst>
      <pc:sldChg chg="addSp delSp modSp">
        <pc:chgData name="Utilisateur invité" userId="S::urn:spo:tenantanon#b323bcb4-6d58-4f25-87bf-6366c3d689af::" providerId="AD" clId="Web-{8572DCD6-7ECC-0A34-FE94-5668DE86F4DF}" dt="2025-05-05T13:46:51.609" v="32"/>
        <pc:sldMkLst>
          <pc:docMk/>
          <pc:sldMk cId="2617974330" sldId="259"/>
        </pc:sldMkLst>
        <pc:spChg chg="mod">
          <ac:chgData name="Utilisateur invité" userId="S::urn:spo:tenantanon#b323bcb4-6d58-4f25-87bf-6366c3d689af::" providerId="AD" clId="Web-{8572DCD6-7ECC-0A34-FE94-5668DE86F4DF}" dt="2025-05-05T13:46:38.609" v="28" actId="20577"/>
          <ac:spMkLst>
            <pc:docMk/>
            <pc:sldMk cId="2617974330" sldId="259"/>
            <ac:spMk id="3" creationId="{814DEE44-0E2B-DD81-90FF-7C5D8675FF0D}"/>
          </ac:spMkLst>
        </pc:spChg>
        <pc:inkChg chg="add del">
          <ac:chgData name="Utilisateur invité" userId="S::urn:spo:tenantanon#b323bcb4-6d58-4f25-87bf-6366c3d689af::" providerId="AD" clId="Web-{8572DCD6-7ECC-0A34-FE94-5668DE86F4DF}" dt="2025-05-05T13:46:51.609" v="32"/>
          <ac:inkMkLst>
            <pc:docMk/>
            <pc:sldMk cId="2617974330" sldId="259"/>
            <ac:inkMk id="6" creationId="{73C07100-6E84-0BD5-E281-4A834E6C1F60}"/>
          </ac:inkMkLst>
        </pc:inkChg>
        <pc:inkChg chg="add del">
          <ac:chgData name="Utilisateur invité" userId="S::urn:spo:tenantanon#b323bcb4-6d58-4f25-87bf-6366c3d689af::" providerId="AD" clId="Web-{8572DCD6-7ECC-0A34-FE94-5668DE86F4DF}" dt="2025-05-05T13:46:51.609" v="31"/>
          <ac:inkMkLst>
            <pc:docMk/>
            <pc:sldMk cId="2617974330" sldId="259"/>
            <ac:inkMk id="7" creationId="{66348C8C-1D63-302B-DA52-FA7557DCD72E}"/>
          </ac:inkMkLst>
        </pc:inkChg>
      </pc:sldChg>
      <pc:sldChg chg="add replId">
        <pc:chgData name="Utilisateur invité" userId="S::urn:spo:tenantanon#b323bcb4-6d58-4f25-87bf-6366c3d689af::" providerId="AD" clId="Web-{8572DCD6-7ECC-0A34-FE94-5668DE86F4DF}" dt="2025-05-05T13:50:44.677" v="52"/>
        <pc:sldMkLst>
          <pc:docMk/>
          <pc:sldMk cId="1945710813" sldId="261"/>
        </pc:sldMkLst>
      </pc:sldChg>
      <pc:sldChg chg="addSp delSp del">
        <pc:chgData name="Utilisateur invité" userId="S::urn:spo:tenantanon#b323bcb4-6d58-4f25-87bf-6366c3d689af::" providerId="AD" clId="Web-{8572DCD6-7ECC-0A34-FE94-5668DE86F4DF}" dt="2025-05-05T13:50:41.583" v="51"/>
        <pc:sldMkLst>
          <pc:docMk/>
          <pc:sldMk cId="2144258908" sldId="261"/>
        </pc:sldMkLst>
        <pc:spChg chg="add del">
          <ac:chgData name="Utilisateur invité" userId="S::urn:spo:tenantanon#b323bcb4-6d58-4f25-87bf-6366c3d689af::" providerId="AD" clId="Web-{8572DCD6-7ECC-0A34-FE94-5668DE86F4DF}" dt="2025-05-05T13:50:31.318" v="50"/>
          <ac:spMkLst>
            <pc:docMk/>
            <pc:sldMk cId="2144258908" sldId="261"/>
            <ac:spMk id="12" creationId="{4455CB0A-5027-BDCE-70FF-2F8687781A53}"/>
          </ac:spMkLst>
        </pc:spChg>
        <pc:inkChg chg="add del">
          <ac:chgData name="Utilisateur invité" userId="S::urn:spo:tenantanon#b323bcb4-6d58-4f25-87bf-6366c3d689af::" providerId="AD" clId="Web-{8572DCD6-7ECC-0A34-FE94-5668DE86F4DF}" dt="2025-05-05T13:46:32.312" v="20"/>
          <ac:inkMkLst>
            <pc:docMk/>
            <pc:sldMk cId="2144258908" sldId="261"/>
            <ac:inkMk id="3" creationId="{28402202-0FCD-8478-11D4-C3A883BA9650}"/>
          </ac:inkMkLst>
        </pc:inkChg>
        <pc:inkChg chg="add del">
          <ac:chgData name="Utilisateur invité" userId="S::urn:spo:tenantanon#b323bcb4-6d58-4f25-87bf-6366c3d689af::" providerId="AD" clId="Web-{8572DCD6-7ECC-0A34-FE94-5668DE86F4DF}" dt="2025-05-05T13:48:33.143" v="34"/>
          <ac:inkMkLst>
            <pc:docMk/>
            <pc:sldMk cId="2144258908" sldId="261"/>
            <ac:inkMk id="4" creationId="{57C3DA2C-7DF0-CA76-E9E5-0E0884BB4153}"/>
          </ac:inkMkLst>
        </pc:inkChg>
        <pc:inkChg chg="add del">
          <ac:chgData name="Utilisateur invité" userId="S::urn:spo:tenantanon#b323bcb4-6d58-4f25-87bf-6366c3d689af::" providerId="AD" clId="Web-{8572DCD6-7ECC-0A34-FE94-5668DE86F4DF}" dt="2025-05-05T13:48:55.925" v="40"/>
          <ac:inkMkLst>
            <pc:docMk/>
            <pc:sldMk cId="2144258908" sldId="261"/>
            <ac:inkMk id="5" creationId="{E37670A1-160E-FAB4-0D09-434FC51BE915}"/>
          </ac:inkMkLst>
        </pc:inkChg>
        <pc:inkChg chg="add del">
          <ac:chgData name="Utilisateur invité" userId="S::urn:spo:tenantanon#b323bcb4-6d58-4f25-87bf-6366c3d689af::" providerId="AD" clId="Web-{8572DCD6-7ECC-0A34-FE94-5668DE86F4DF}" dt="2025-05-05T13:48:57.190" v="44"/>
          <ac:inkMkLst>
            <pc:docMk/>
            <pc:sldMk cId="2144258908" sldId="261"/>
            <ac:inkMk id="6" creationId="{5E892684-2D49-512E-E9F5-61FFDFDA21B4}"/>
          </ac:inkMkLst>
        </pc:inkChg>
        <pc:inkChg chg="add del">
          <ac:chgData name="Utilisateur invité" userId="S::urn:spo:tenantanon#b323bcb4-6d58-4f25-87bf-6366c3d689af::" providerId="AD" clId="Web-{8572DCD6-7ECC-0A34-FE94-5668DE86F4DF}" dt="2025-05-05T13:48:57.190" v="43"/>
          <ac:inkMkLst>
            <pc:docMk/>
            <pc:sldMk cId="2144258908" sldId="261"/>
            <ac:inkMk id="7" creationId="{878AAEE3-9AE0-612C-1881-C18A5AA9DCEC}"/>
          </ac:inkMkLst>
        </pc:inkChg>
        <pc:inkChg chg="add del">
          <ac:chgData name="Utilisateur invité" userId="S::urn:spo:tenantanon#b323bcb4-6d58-4f25-87bf-6366c3d689af::" providerId="AD" clId="Web-{8572DCD6-7ECC-0A34-FE94-5668DE86F4DF}" dt="2025-05-05T13:48:57.190" v="42"/>
          <ac:inkMkLst>
            <pc:docMk/>
            <pc:sldMk cId="2144258908" sldId="261"/>
            <ac:inkMk id="8" creationId="{4D79C767-717E-60F5-C685-146652A3E1B4}"/>
          </ac:inkMkLst>
        </pc:inkChg>
        <pc:inkChg chg="add del">
          <ac:chgData name="Utilisateur invité" userId="S::urn:spo:tenantanon#b323bcb4-6d58-4f25-87bf-6366c3d689af::" providerId="AD" clId="Web-{8572DCD6-7ECC-0A34-FE94-5668DE86F4DF}" dt="2025-05-05T13:48:57.190" v="41"/>
          <ac:inkMkLst>
            <pc:docMk/>
            <pc:sldMk cId="2144258908" sldId="261"/>
            <ac:inkMk id="9" creationId="{3198064C-DBCE-1A0B-5FA1-B4270A087DF8}"/>
          </ac:inkMkLst>
        </pc:inkChg>
        <pc:cxnChg chg="add del">
          <ac:chgData name="Utilisateur invité" userId="S::urn:spo:tenantanon#b323bcb4-6d58-4f25-87bf-6366c3d689af::" providerId="AD" clId="Web-{8572DCD6-7ECC-0A34-FE94-5668DE86F4DF}" dt="2025-05-05T13:49:44.895" v="46"/>
          <ac:cxnSpMkLst>
            <pc:docMk/>
            <pc:sldMk cId="2144258908" sldId="261"/>
            <ac:cxnSpMk id="10" creationId="{45B650D3-26ED-63DA-9573-F5A5BEEAE52A}"/>
          </ac:cxnSpMkLst>
        </pc:cxnChg>
        <pc:cxnChg chg="add del">
          <ac:chgData name="Utilisateur invité" userId="S::urn:spo:tenantanon#b323bcb4-6d58-4f25-87bf-6366c3d689af::" providerId="AD" clId="Web-{8572DCD6-7ECC-0A34-FE94-5668DE86F4DF}" dt="2025-05-05T13:50:09.630" v="48"/>
          <ac:cxnSpMkLst>
            <pc:docMk/>
            <pc:sldMk cId="2144258908" sldId="261"/>
            <ac:cxnSpMk id="11" creationId="{47E314A9-C2A7-0255-0414-10C5A8EAE849}"/>
          </ac:cxnSpMkLst>
        </pc:cxnChg>
      </pc:sldChg>
    </pc:docChg>
  </pc:docChgLst>
  <pc:docChgLst>
    <pc:chgData name="Utilisateur invité" userId="S::urn:spo:tenantanon#b323bcb4-6d58-4f25-87bf-6366c3d689af::" providerId="AD" clId="Web-{44F638FD-CA5A-A2AA-4F46-5A8BC3A6718F}"/>
    <pc:docChg chg="addSld delSld modSld sldOrd">
      <pc:chgData name="Utilisateur invité" userId="S::urn:spo:tenantanon#b323bcb4-6d58-4f25-87bf-6366c3d689af::" providerId="AD" clId="Web-{44F638FD-CA5A-A2AA-4F46-5A8BC3A6718F}" dt="2025-05-14T09:10:00.176" v="870" actId="1076"/>
      <pc:docMkLst>
        <pc:docMk/>
      </pc:docMkLst>
      <pc:sldChg chg="addSp delSp modSp">
        <pc:chgData name="Utilisateur invité" userId="S::urn:spo:tenantanon#b323bcb4-6d58-4f25-87bf-6366c3d689af::" providerId="AD" clId="Web-{44F638FD-CA5A-A2AA-4F46-5A8BC3A6718F}" dt="2025-05-14T08:37:04.198" v="539"/>
        <pc:sldMkLst>
          <pc:docMk/>
          <pc:sldMk cId="2102803744" sldId="256"/>
        </pc:sldMkLst>
        <pc:picChg chg="add del mod">
          <ac:chgData name="Utilisateur invité" userId="S::urn:spo:tenantanon#b323bcb4-6d58-4f25-87bf-6366c3d689af::" providerId="AD" clId="Web-{44F638FD-CA5A-A2AA-4F46-5A8BC3A6718F}" dt="2025-05-14T08:37:04.198" v="539"/>
          <ac:picMkLst>
            <pc:docMk/>
            <pc:sldMk cId="2102803744" sldId="256"/>
            <ac:picMk id="4" creationId="{A8D83A3A-DDCA-51AF-0E1B-C374CF4601A2}"/>
          </ac:picMkLst>
        </pc:picChg>
      </pc:sldChg>
      <pc:sldChg chg="modSp">
        <pc:chgData name="Utilisateur invité" userId="S::urn:spo:tenantanon#b323bcb4-6d58-4f25-87bf-6366c3d689af::" providerId="AD" clId="Web-{44F638FD-CA5A-A2AA-4F46-5A8BC3A6718F}" dt="2025-05-14T08:29:17.492" v="10" actId="20577"/>
        <pc:sldMkLst>
          <pc:docMk/>
          <pc:sldMk cId="1945710813" sldId="261"/>
        </pc:sldMkLst>
        <pc:spChg chg="mod">
          <ac:chgData name="Utilisateur invité" userId="S::urn:spo:tenantanon#b323bcb4-6d58-4f25-87bf-6366c3d689af::" providerId="AD" clId="Web-{44F638FD-CA5A-A2AA-4F46-5A8BC3A6718F}" dt="2025-05-14T08:29:17.492" v="10" actId="20577"/>
          <ac:spMkLst>
            <pc:docMk/>
            <pc:sldMk cId="1945710813" sldId="261"/>
            <ac:spMk id="8" creationId="{608CE2C1-4369-1C8F-0C59-3C6887BB78E6}"/>
          </ac:spMkLst>
        </pc:spChg>
      </pc:sldChg>
      <pc:sldChg chg="add del replId">
        <pc:chgData name="Utilisateur invité" userId="S::urn:spo:tenantanon#b323bcb4-6d58-4f25-87bf-6366c3d689af::" providerId="AD" clId="Web-{44F638FD-CA5A-A2AA-4F46-5A8BC3A6718F}" dt="2025-05-14T08:29:27.508" v="11"/>
        <pc:sldMkLst>
          <pc:docMk/>
          <pc:sldMk cId="597835182" sldId="262"/>
        </pc:sldMkLst>
      </pc:sldChg>
      <pc:sldChg chg="new del ord">
        <pc:chgData name="Utilisateur invité" userId="S::urn:spo:tenantanon#b323bcb4-6d58-4f25-87bf-6366c3d689af::" providerId="AD" clId="Web-{44F638FD-CA5A-A2AA-4F46-5A8BC3A6718F}" dt="2025-05-14T08:29:40.134" v="14"/>
        <pc:sldMkLst>
          <pc:docMk/>
          <pc:sldMk cId="2262037490" sldId="262"/>
        </pc:sldMkLst>
      </pc:sldChg>
      <pc:sldChg chg="addSp delSp modSp add ord replId">
        <pc:chgData name="Utilisateur invité" userId="S::urn:spo:tenantanon#b323bcb4-6d58-4f25-87bf-6366c3d689af::" providerId="AD" clId="Web-{44F638FD-CA5A-A2AA-4F46-5A8BC3A6718F}" dt="2025-05-14T09:08:26.470" v="809" actId="20577"/>
        <pc:sldMkLst>
          <pc:docMk/>
          <pc:sldMk cId="3232472075" sldId="262"/>
        </pc:sldMkLst>
        <pc:spChg chg="mod">
          <ac:chgData name="Utilisateur invité" userId="S::urn:spo:tenantanon#b323bcb4-6d58-4f25-87bf-6366c3d689af::" providerId="AD" clId="Web-{44F638FD-CA5A-A2AA-4F46-5A8BC3A6718F}" dt="2025-05-14T09:04:36.526" v="703" actId="20577"/>
          <ac:spMkLst>
            <pc:docMk/>
            <pc:sldMk cId="3232472075" sldId="262"/>
            <ac:spMk id="2" creationId="{D2E3CD4E-52E7-26A7-B1EF-C51CFA1D216A}"/>
          </ac:spMkLst>
        </pc:spChg>
        <pc:spChg chg="mod">
          <ac:chgData name="Utilisateur invité" userId="S::urn:spo:tenantanon#b323bcb4-6d58-4f25-87bf-6366c3d689af::" providerId="AD" clId="Web-{44F638FD-CA5A-A2AA-4F46-5A8BC3A6718F}" dt="2025-05-14T09:04:49.104" v="704" actId="1076"/>
          <ac:spMkLst>
            <pc:docMk/>
            <pc:sldMk cId="3232472075" sldId="262"/>
            <ac:spMk id="3" creationId="{9AB7BA99-8EE5-75E7-B0F0-9B889FF695B3}"/>
          </ac:spMkLst>
        </pc:spChg>
        <pc:spChg chg="del mod">
          <ac:chgData name="Utilisateur invité" userId="S::urn:spo:tenantanon#b323bcb4-6d58-4f25-87bf-6366c3d689af::" providerId="AD" clId="Web-{44F638FD-CA5A-A2AA-4F46-5A8BC3A6718F}" dt="2025-05-14T08:39:22.969" v="555"/>
          <ac:spMkLst>
            <pc:docMk/>
            <pc:sldMk cId="3232472075" sldId="262"/>
            <ac:spMk id="4" creationId="{2C07975C-0926-2591-C0A2-D4C5A65563BF}"/>
          </ac:spMkLst>
        </pc:spChg>
        <pc:spChg chg="add mod">
          <ac:chgData name="Utilisateur invité" userId="S::urn:spo:tenantanon#b323bcb4-6d58-4f25-87bf-6366c3d689af::" providerId="AD" clId="Web-{44F638FD-CA5A-A2AA-4F46-5A8BC3A6718F}" dt="2025-05-14T09:08:26.470" v="809" actId="20577"/>
          <ac:spMkLst>
            <pc:docMk/>
            <pc:sldMk cId="3232472075" sldId="262"/>
            <ac:spMk id="4" creationId="{73CDE449-C846-C49F-E7B6-50B93227CB6D}"/>
          </ac:spMkLst>
        </pc:spChg>
        <pc:spChg chg="del">
          <ac:chgData name="Utilisateur invité" userId="S::urn:spo:tenantanon#b323bcb4-6d58-4f25-87bf-6366c3d689af::" providerId="AD" clId="Web-{44F638FD-CA5A-A2AA-4F46-5A8BC3A6718F}" dt="2025-05-14T08:34:37.239" v="503"/>
          <ac:spMkLst>
            <pc:docMk/>
            <pc:sldMk cId="3232472075" sldId="262"/>
            <ac:spMk id="5" creationId="{6A4D3F90-9A10-342D-CF9C-F8773B179923}"/>
          </ac:spMkLst>
        </pc:spChg>
        <pc:spChg chg="add mod">
          <ac:chgData name="Utilisateur invité" userId="S::urn:spo:tenantanon#b323bcb4-6d58-4f25-87bf-6366c3d689af::" providerId="AD" clId="Web-{44F638FD-CA5A-A2AA-4F46-5A8BC3A6718F}" dt="2025-05-14T09:04:26.572" v="699" actId="20577"/>
          <ac:spMkLst>
            <pc:docMk/>
            <pc:sldMk cId="3232472075" sldId="262"/>
            <ac:spMk id="7" creationId="{BCEE5EEA-75AE-BC43-EADA-6E7FAFDC28E8}"/>
          </ac:spMkLst>
        </pc:spChg>
        <pc:picChg chg="add mod ord">
          <ac:chgData name="Utilisateur invité" userId="S::urn:spo:tenantanon#b323bcb4-6d58-4f25-87bf-6366c3d689af::" providerId="AD" clId="Web-{44F638FD-CA5A-A2AA-4F46-5A8BC3A6718F}" dt="2025-05-14T08:37:55.482" v="548"/>
          <ac:picMkLst>
            <pc:docMk/>
            <pc:sldMk cId="3232472075" sldId="262"/>
            <ac:picMk id="6" creationId="{9E60312F-FB79-5075-4F17-403BD3CCC778}"/>
          </ac:picMkLst>
        </pc:picChg>
      </pc:sldChg>
      <pc:sldChg chg="delSp modSp add replId">
        <pc:chgData name="Utilisateur invité" userId="S::urn:spo:tenantanon#b323bcb4-6d58-4f25-87bf-6366c3d689af::" providerId="AD" clId="Web-{44F638FD-CA5A-A2AA-4F46-5A8BC3A6718F}" dt="2025-05-14T09:09:40.691" v="859" actId="20577"/>
        <pc:sldMkLst>
          <pc:docMk/>
          <pc:sldMk cId="4274559610" sldId="263"/>
        </pc:sldMkLst>
        <pc:spChg chg="mod">
          <ac:chgData name="Utilisateur invité" userId="S::urn:spo:tenantanon#b323bcb4-6d58-4f25-87bf-6366c3d689af::" providerId="AD" clId="Web-{44F638FD-CA5A-A2AA-4F46-5A8BC3A6718F}" dt="2025-05-14T09:09:40.691" v="859" actId="20577"/>
          <ac:spMkLst>
            <pc:docMk/>
            <pc:sldMk cId="4274559610" sldId="263"/>
            <ac:spMk id="2" creationId="{B65E34C8-E723-2A73-927C-D9F546919DEE}"/>
          </ac:spMkLst>
        </pc:spChg>
        <pc:spChg chg="del mod">
          <ac:chgData name="Utilisateur invité" userId="S::urn:spo:tenantanon#b323bcb4-6d58-4f25-87bf-6366c3d689af::" providerId="AD" clId="Web-{44F638FD-CA5A-A2AA-4F46-5A8BC3A6718F}" dt="2025-05-14T09:09:20.471" v="851"/>
          <ac:spMkLst>
            <pc:docMk/>
            <pc:sldMk cId="4274559610" sldId="263"/>
            <ac:spMk id="3" creationId="{1307CED2-7DF3-01EB-2C83-59567286FE53}"/>
          </ac:spMkLst>
        </pc:spChg>
        <pc:spChg chg="mod">
          <ac:chgData name="Utilisateur invité" userId="S::urn:spo:tenantanon#b323bcb4-6d58-4f25-87bf-6366c3d689af::" providerId="AD" clId="Web-{44F638FD-CA5A-A2AA-4F46-5A8BC3A6718F}" dt="2025-05-14T09:09:10.502" v="849" actId="1076"/>
          <ac:spMkLst>
            <pc:docMk/>
            <pc:sldMk cId="4274559610" sldId="263"/>
            <ac:spMk id="4" creationId="{F9C5A0C7-E559-5441-2300-CFBC06992CA7}"/>
          </ac:spMkLst>
        </pc:spChg>
        <pc:picChg chg="del">
          <ac:chgData name="Utilisateur invité" userId="S::urn:spo:tenantanon#b323bcb4-6d58-4f25-87bf-6366c3d689af::" providerId="AD" clId="Web-{44F638FD-CA5A-A2AA-4F46-5A8BC3A6718F}" dt="2025-05-14T08:39:05.687" v="552"/>
          <ac:picMkLst>
            <pc:docMk/>
            <pc:sldMk cId="4274559610" sldId="263"/>
            <ac:picMk id="6" creationId="{FEC12B94-005B-6261-2179-6E36C97A5FB1}"/>
          </ac:picMkLst>
        </pc:picChg>
      </pc:sldChg>
      <pc:sldChg chg="addSp delSp modSp add replId">
        <pc:chgData name="Utilisateur invité" userId="S::urn:spo:tenantanon#b323bcb4-6d58-4f25-87bf-6366c3d689af::" providerId="AD" clId="Web-{44F638FD-CA5A-A2AA-4F46-5A8BC3A6718F}" dt="2025-05-14T09:10:00.176" v="870" actId="1076"/>
        <pc:sldMkLst>
          <pc:docMk/>
          <pc:sldMk cId="2443644096" sldId="264"/>
        </pc:sldMkLst>
        <pc:spChg chg="mod">
          <ac:chgData name="Utilisateur invité" userId="S::urn:spo:tenantanon#b323bcb4-6d58-4f25-87bf-6366c3d689af::" providerId="AD" clId="Web-{44F638FD-CA5A-A2AA-4F46-5A8BC3A6718F}" dt="2025-05-14T09:09:46.066" v="864" actId="20577"/>
          <ac:spMkLst>
            <pc:docMk/>
            <pc:sldMk cId="2443644096" sldId="264"/>
            <ac:spMk id="2" creationId="{B0313C05-165E-F88C-9A5C-6FE7E8C6AB02}"/>
          </ac:spMkLst>
        </pc:spChg>
        <pc:spChg chg="add mod">
          <ac:chgData name="Utilisateur invité" userId="S::urn:spo:tenantanon#b323bcb4-6d58-4f25-87bf-6366c3d689af::" providerId="AD" clId="Web-{44F638FD-CA5A-A2AA-4F46-5A8BC3A6718F}" dt="2025-05-14T09:10:00.176" v="870" actId="1076"/>
          <ac:spMkLst>
            <pc:docMk/>
            <pc:sldMk cId="2443644096" sldId="264"/>
            <ac:spMk id="3" creationId="{1307CED2-7DF3-01EB-2C83-59567286FE53}"/>
          </ac:spMkLst>
        </pc:spChg>
        <pc:spChg chg="del mod">
          <ac:chgData name="Utilisateur invité" userId="S::urn:spo:tenantanon#b323bcb4-6d58-4f25-87bf-6366c3d689af::" providerId="AD" clId="Web-{44F638FD-CA5A-A2AA-4F46-5A8BC3A6718F}" dt="2025-05-14T09:09:55.535" v="868"/>
          <ac:spMkLst>
            <pc:docMk/>
            <pc:sldMk cId="2443644096" sldId="264"/>
            <ac:spMk id="4" creationId="{F77F3111-F526-9BAA-F906-623A29BFF20A}"/>
          </ac:spMkLst>
        </pc:spChg>
      </pc:sldChg>
    </pc:docChg>
  </pc:docChgLst>
  <pc:docChgLst>
    <pc:chgData name="Utilisateur invité" userId="S::urn:spo:tenantanon#b323bcb4-6d58-4f25-87bf-6366c3d689af::" providerId="AD" clId="Web-{A8F40272-5092-1F9D-D025-8E0BCA848DED}"/>
    <pc:docChg chg="modSld">
      <pc:chgData name="Utilisateur invité" userId="S::urn:spo:tenantanon#b323bcb4-6d58-4f25-87bf-6366c3d689af::" providerId="AD" clId="Web-{A8F40272-5092-1F9D-D025-8E0BCA848DED}" dt="2025-05-14T11:47:07.119" v="96" actId="14100"/>
      <pc:docMkLst>
        <pc:docMk/>
      </pc:docMkLst>
      <pc:sldChg chg="modSp">
        <pc:chgData name="Utilisateur invité" userId="S::urn:spo:tenantanon#b323bcb4-6d58-4f25-87bf-6366c3d689af::" providerId="AD" clId="Web-{A8F40272-5092-1F9D-D025-8E0BCA848DED}" dt="2025-05-14T11:47:07.119" v="96" actId="14100"/>
        <pc:sldMkLst>
          <pc:docMk/>
          <pc:sldMk cId="278011681" sldId="257"/>
        </pc:sldMkLst>
        <pc:spChg chg="mod">
          <ac:chgData name="Utilisateur invité" userId="S::urn:spo:tenantanon#b323bcb4-6d58-4f25-87bf-6366c3d689af::" providerId="AD" clId="Web-{A8F40272-5092-1F9D-D025-8E0BCA848DED}" dt="2025-05-14T11:47:07.119" v="96" actId="14100"/>
          <ac:spMkLst>
            <pc:docMk/>
            <pc:sldMk cId="278011681" sldId="257"/>
            <ac:spMk id="4" creationId="{562299BC-76BF-E75D-D6B8-471CC66CAA83}"/>
          </ac:spMkLst>
        </pc:spChg>
      </pc:sldChg>
      <pc:sldChg chg="modSp">
        <pc:chgData name="Utilisateur invité" userId="S::urn:spo:tenantanon#b323bcb4-6d58-4f25-87bf-6366c3d689af::" providerId="AD" clId="Web-{A8F40272-5092-1F9D-D025-8E0BCA848DED}" dt="2025-05-14T11:31:20.114" v="13" actId="20577"/>
        <pc:sldMkLst>
          <pc:docMk/>
          <pc:sldMk cId="4274559610" sldId="263"/>
        </pc:sldMkLst>
        <pc:spChg chg="mod">
          <ac:chgData name="Utilisateur invité" userId="S::urn:spo:tenantanon#b323bcb4-6d58-4f25-87bf-6366c3d689af::" providerId="AD" clId="Web-{A8F40272-5092-1F9D-D025-8E0BCA848DED}" dt="2025-05-14T11:31:20.114" v="13" actId="20577"/>
          <ac:spMkLst>
            <pc:docMk/>
            <pc:sldMk cId="4274559610" sldId="263"/>
            <ac:spMk id="4" creationId="{F9C5A0C7-E559-5441-2300-CFBC06992CA7}"/>
          </ac:spMkLst>
        </pc:spChg>
      </pc:sldChg>
      <pc:sldChg chg="addSp delSp modSp addAnim modAnim">
        <pc:chgData name="Utilisateur invité" userId="S::urn:spo:tenantanon#b323bcb4-6d58-4f25-87bf-6366c3d689af::" providerId="AD" clId="Web-{A8F40272-5092-1F9D-D025-8E0BCA848DED}" dt="2025-05-14T11:42:37.562" v="56"/>
        <pc:sldMkLst>
          <pc:docMk/>
          <pc:sldMk cId="2443644096" sldId="264"/>
        </pc:sldMkLst>
        <pc:spChg chg="mod">
          <ac:chgData name="Utilisateur invité" userId="S::urn:spo:tenantanon#b323bcb4-6d58-4f25-87bf-6366c3d689af::" providerId="AD" clId="Web-{A8F40272-5092-1F9D-D025-8E0BCA848DED}" dt="2025-05-14T11:35:52.890" v="32" actId="20577"/>
          <ac:spMkLst>
            <pc:docMk/>
            <pc:sldMk cId="2443644096" sldId="264"/>
            <ac:spMk id="2" creationId="{B0313C05-165E-F88C-9A5C-6FE7E8C6AB02}"/>
          </ac:spMkLst>
        </pc:spChg>
        <pc:spChg chg="del mod">
          <ac:chgData name="Utilisateur invité" userId="S::urn:spo:tenantanon#b323bcb4-6d58-4f25-87bf-6366c3d689af::" providerId="AD" clId="Web-{A8F40272-5092-1F9D-D025-8E0BCA848DED}" dt="2025-05-14T11:35:38.749" v="24"/>
          <ac:spMkLst>
            <pc:docMk/>
            <pc:sldMk cId="2443644096" sldId="264"/>
            <ac:spMk id="3" creationId="{1307CED2-7DF3-01EB-2C83-59567286FE53}"/>
          </ac:spMkLst>
        </pc:spChg>
        <pc:spChg chg="add mod">
          <ac:chgData name="Utilisateur invité" userId="S::urn:spo:tenantanon#b323bcb4-6d58-4f25-87bf-6366c3d689af::" providerId="AD" clId="Web-{A8F40272-5092-1F9D-D025-8E0BCA848DED}" dt="2025-05-14T11:39:03.398" v="52" actId="14100"/>
          <ac:spMkLst>
            <pc:docMk/>
            <pc:sldMk cId="2443644096" sldId="264"/>
            <ac:spMk id="5" creationId="{D4EADB65-7AC5-D22D-4CC2-8559BC152E0E}"/>
          </ac:spMkLst>
        </pc:spChg>
        <pc:spChg chg="add mod">
          <ac:chgData name="Utilisateur invité" userId="S::urn:spo:tenantanon#b323bcb4-6d58-4f25-87bf-6366c3d689af::" providerId="AD" clId="Web-{A8F40272-5092-1F9D-D025-8E0BCA848DED}" dt="2025-05-14T11:39:09.007" v="53" actId="14100"/>
          <ac:spMkLst>
            <pc:docMk/>
            <pc:sldMk cId="2443644096" sldId="264"/>
            <ac:spMk id="6" creationId="{B59312CF-CA1F-FB6F-29E2-5A1955226BB8}"/>
          </ac:spMkLst>
        </pc:spChg>
        <pc:grpChg chg="add">
          <ac:chgData name="Utilisateur invité" userId="S::urn:spo:tenantanon#b323bcb4-6d58-4f25-87bf-6366c3d689af::" providerId="AD" clId="Web-{A8F40272-5092-1F9D-D025-8E0BCA848DED}" dt="2025-05-14T11:42:05.248" v="54"/>
          <ac:grpSpMkLst>
            <pc:docMk/>
            <pc:sldMk cId="2443644096" sldId="264"/>
            <ac:grpSpMk id="7" creationId="{074C1A93-B171-4364-39B6-6545DDFFBC0E}"/>
          </ac:grpSpMkLst>
        </pc:grpChg>
        <pc:picChg chg="add mod">
          <ac:chgData name="Utilisateur invité" userId="S::urn:spo:tenantanon#b323bcb4-6d58-4f25-87bf-6366c3d689af::" providerId="AD" clId="Web-{A8F40272-5092-1F9D-D025-8E0BCA848DED}" dt="2025-05-14T11:36:33.548" v="33" actId="14100"/>
          <ac:picMkLst>
            <pc:docMk/>
            <pc:sldMk cId="2443644096" sldId="264"/>
            <ac:picMk id="4" creationId="{48103F43-AD8B-C489-0380-58E26324390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782B1D-FFC5-677D-5ADD-F5D74B1A2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88668FC-C13C-FAF4-5FA0-A1BA90112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E622DA-ADE2-0645-7C03-F5BEFD39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DE2372-770F-6C03-97C4-5CE248F8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0FCC5E-C757-7E49-8763-003AC139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876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42E1D-059A-8074-F14B-FB042CC8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559A56-9D9F-1757-760A-877D11F7A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BA9C01-DB03-CC4C-F3CD-331DDD8E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C906CB-1691-2122-FB35-1D08B00B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C6B036-42DD-495C-6F02-1D89D6FB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762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55AC7D-CA67-9EC8-D383-850C58D8C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DE7305-645D-EC5A-5E0A-34D970422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90D63-1BAF-F3E0-D315-C45B71E7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72BB0A-7918-9910-DFC2-D7F2871FB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6573B4-0442-7131-ED32-2EEC4F53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93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F10230-45BA-8425-B53F-18809A43B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B5D776-C144-1964-35B1-FA7F96325C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8AE579-2E5F-7380-D14F-74705BBF3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C3B74A-DA8B-839A-21AA-7FBBFF1C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3164E6-6F16-92A4-10D5-D4B28686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04F1A1-68DE-38C1-1E65-FD966188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62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DADF2-D969-5DDC-F646-BA8E0D7C5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1859DE-0930-3736-0E69-0884F4D88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0068F-3A46-DEF6-A444-09A06453B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46DAD50-0CE2-B313-5B9D-F1F0D479B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1B24D0E-6366-9E13-0822-4895CE7A0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1BAE19-D14C-895E-0FE9-9A5543CBC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EA3156C-C74E-2BFD-0D15-16F5DA9F2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61886D5-C1C2-56D9-76DD-1429FFEA2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773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633A2-7FA3-48F9-CDC7-7560175C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025738-ED74-68AE-F6C1-878BABE0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F264D0-64B2-C094-29BE-EF91A255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7E2002-1AE7-A343-B8AC-E11BC51B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38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D3EAEE4-3710-B055-B370-522E2617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124A5F0-34F6-20C3-CB6A-4AD8B2890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2796BB-B93C-0C86-0533-BF92453D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54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D6DA0F-EE3F-4DCB-351F-5470C4D82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868C1E-3986-BE5C-F7BB-ED4E2DB24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927736-C75A-31CA-0574-ED09C5697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C91814-B1E1-EFEB-9EEA-AEFE43569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C7695D6-3E43-42F9-9FA1-1A8F4C043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761F9F-0B12-7C50-BC90-EF968044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01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6DC9DC-2338-C8E1-A500-C1D146FAC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9C596AF-E2F1-9642-9361-75A989A7C0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C1C642F-165C-8CC1-C4AD-43C368DB6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81C66E-FB69-D823-A18C-5AEDCFD2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97A2E2-9638-0D79-C337-83F4026F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47648F-A13D-DE6E-BED9-75ED0CA4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788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1569B-DD4B-F558-14A0-9071A34D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A8FC6D9-27C7-60CD-5417-973298651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8F2EC2-D414-24B8-EE21-5D141B23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2402B8-FD23-AFDB-5307-AF768712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73AD51-0EC4-6317-45AA-B3579F04C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61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B9CE886-598B-F336-0646-5017BDBB2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F8F9B9-75AE-2161-30DF-204B26148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F7851F-455E-673B-DBB0-FA859D66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877B55-17D7-A2F4-AA10-0132C9C8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2B94B1-6A9F-6EB7-35B4-868D6E65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64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1F0924F-4503-4E5A-CD53-0F7F7B349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52DEBA-AB2A-918A-A524-2F2CE8AFA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BC762A-E51E-D230-5A3C-800840A0A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AEF29-DC93-D64D-BFA6-AEC6FD62D7FB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6D9770-1FBE-2530-2D42-FC1300068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089C2A-D0E0-0378-9A52-3189A8E2E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883EC-9661-8541-8FDF-4F6902F97A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08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6EC14-47FE-B782-646A-88C07932B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223" y="1122363"/>
            <a:ext cx="10103554" cy="2324101"/>
          </a:xfrm>
        </p:spPr>
        <p:txBody>
          <a:bodyPr>
            <a:normAutofit/>
          </a:bodyPr>
          <a:lstStyle/>
          <a:p>
            <a:r>
              <a:rPr lang="fr-FR">
                <a:latin typeface="Cordia New"/>
                <a:ea typeface="Verdana"/>
                <a:cs typeface="Cordia New"/>
              </a:rPr>
              <a:t>Introduction au projet collectif :</a:t>
            </a:r>
            <a:br>
              <a:rPr lang="fr-FR">
                <a:latin typeface="Cordia New"/>
                <a:ea typeface="Verdana"/>
                <a:cs typeface="Cordia New"/>
              </a:rPr>
            </a:br>
            <a:r>
              <a:rPr lang="fr-FR" b="1">
                <a:solidFill>
                  <a:schemeClr val="accent1"/>
                </a:solidFill>
                <a:latin typeface="Cordia New"/>
                <a:ea typeface="Verdana"/>
                <a:cs typeface="Cordia New"/>
              </a:rPr>
              <a:t>Médiation Scientifique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43D16C-FB7C-F811-57EF-CF65DEA81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3200">
                <a:latin typeface="Cordia New"/>
                <a:ea typeface="Verdana"/>
                <a:cs typeface="Cordia New"/>
              </a:rPr>
              <a:t>Jeudi 15 mai – 14h-18h</a:t>
            </a:r>
          </a:p>
        </p:txBody>
      </p:sp>
    </p:spTree>
    <p:extLst>
      <p:ext uri="{BB962C8B-B14F-4D97-AF65-F5344CB8AC3E}">
        <p14:creationId xmlns:p14="http://schemas.microsoft.com/office/powerpoint/2010/main" val="2102803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DCDD4C-2EDA-F96D-6E49-E0438D96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45" y="125236"/>
            <a:ext cx="6127045" cy="768175"/>
          </a:xfrm>
        </p:spPr>
        <p:txBody>
          <a:bodyPr/>
          <a:lstStyle/>
          <a:p>
            <a:r>
              <a:rPr lang="fr-FR" b="1">
                <a:solidFill>
                  <a:schemeClr val="accent1"/>
                </a:solidFill>
                <a:latin typeface="Cordia New"/>
                <a:ea typeface="Calibri Light"/>
                <a:cs typeface="Calibri Light"/>
              </a:rPr>
              <a:t>Principe</a:t>
            </a:r>
            <a:endParaRPr lang="fr-FR" b="1">
              <a:solidFill>
                <a:schemeClr val="accent1"/>
              </a:solidFill>
              <a:ea typeface="Calibri Light"/>
              <a:cs typeface="Calibri Ligh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F9082D7-8429-1A32-9F3E-99458A3A3450}"/>
              </a:ext>
            </a:extLst>
          </p:cNvPr>
          <p:cNvSpPr txBox="1"/>
          <p:nvPr/>
        </p:nvSpPr>
        <p:spPr>
          <a:xfrm>
            <a:off x="420511" y="752123"/>
            <a:ext cx="845114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Objectifs :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latin typeface="Cordia New"/>
                <a:ea typeface="Cambria"/>
                <a:cs typeface="Cambria"/>
              </a:rPr>
              <a:t>se familiariser avec le monde de la </a:t>
            </a: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médiation scientifique </a:t>
            </a:r>
            <a:endParaRPr lang="fr-FR" sz="2400">
              <a:solidFill>
                <a:schemeClr val="accent1"/>
              </a:solidFill>
              <a:latin typeface="Cordia New"/>
              <a:ea typeface="Calibri" panose="020F0502020204030204"/>
              <a:cs typeface="Calibri" panose="020F0502020204030204"/>
            </a:endParaRPr>
          </a:p>
          <a:p>
            <a:pPr marL="228600" lvl="0" indent="-228600" rtl="0">
              <a:buFont typeface="Symbol"/>
              <a:buChar char="•"/>
            </a:pP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s'essayer à une démarche de vulgarisation</a:t>
            </a:r>
            <a:r>
              <a:rPr lang="fr-FR" sz="2400">
                <a:latin typeface="Cordia New"/>
                <a:ea typeface="Cambria"/>
                <a:cs typeface="Cambria"/>
              </a:rPr>
              <a:t>  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>
                <a:latin typeface="Cordia New"/>
                <a:ea typeface="Cambria"/>
                <a:cs typeface="Cambria"/>
              </a:rPr>
              <a:t>voir la science et la recherche d'une autre manière 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>
                <a:latin typeface="Cordia New"/>
                <a:ea typeface="Cambria"/>
                <a:cs typeface="Cambria"/>
              </a:rPr>
              <a:t>utile pour l'introduction de soutenance de thèse, MT180s, </a:t>
            </a:r>
            <a:r>
              <a:rPr lang="fr-FR" sz="2400" err="1">
                <a:latin typeface="Cordia New"/>
                <a:ea typeface="Cambria"/>
                <a:cs typeface="Cambria"/>
              </a:rPr>
              <a:t>etc</a:t>
            </a:r>
            <a:endParaRPr lang="fr-FR" sz="2400">
              <a:latin typeface="Cordia New"/>
              <a:ea typeface="Cambria"/>
              <a:cs typeface="Cambria"/>
            </a:endParaRPr>
          </a:p>
          <a:p>
            <a:pPr marL="228600" lvl="0" indent="-228600">
              <a:buFont typeface="Symbol"/>
              <a:buChar char="•"/>
            </a:pP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se rencontrer</a:t>
            </a:r>
            <a:r>
              <a:rPr lang="fr-FR" sz="2400">
                <a:latin typeface="Cordia New"/>
                <a:ea typeface="Cambria"/>
                <a:cs typeface="Cambria"/>
              </a:rPr>
              <a:t> entre jeunes </a:t>
            </a:r>
            <a:r>
              <a:rPr lang="fr-FR" sz="2400" err="1">
                <a:latin typeface="Cordia New"/>
                <a:ea typeface="Cambria"/>
                <a:cs typeface="Cambria"/>
              </a:rPr>
              <a:t>chercheur·euse·s</a:t>
            </a:r>
            <a:r>
              <a:rPr lang="fr-FR" sz="2400">
                <a:latin typeface="Cordia New"/>
                <a:ea typeface="Cambria"/>
                <a:cs typeface="Cambria"/>
              </a:rPr>
              <a:t> autour d'une activité ludique </a:t>
            </a:r>
            <a:endParaRPr lang="fr-FR" sz="2400">
              <a:latin typeface="Cordia New"/>
              <a:ea typeface="Cambria"/>
              <a:cs typeface="Cordia New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62299BC-76BF-E75D-D6B8-471CC66CAA83}"/>
              </a:ext>
            </a:extLst>
          </p:cNvPr>
          <p:cNvSpPr txBox="1"/>
          <p:nvPr/>
        </p:nvSpPr>
        <p:spPr>
          <a:xfrm>
            <a:off x="420511" y="3426178"/>
            <a:ext cx="1177279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 dirty="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Organisation :</a:t>
            </a:r>
          </a:p>
          <a:p>
            <a:pPr marL="228600" indent="-228600">
              <a:buFont typeface="Symbol"/>
              <a:buChar char="•"/>
            </a:pPr>
            <a:r>
              <a:rPr lang="fr-FR" sz="2400" b="1" dirty="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Activité en groupes</a:t>
            </a:r>
            <a:r>
              <a:rPr lang="fr-FR" sz="2400" dirty="0">
                <a:latin typeface="Cordia New"/>
                <a:ea typeface="Cambria"/>
                <a:cs typeface="Calibri" panose="020F0502020204030204"/>
              </a:rPr>
              <a:t> de 3 à 6 </a:t>
            </a:r>
            <a:r>
              <a:rPr lang="fr-FR" sz="2400" dirty="0" err="1">
                <a:latin typeface="Cordia New"/>
                <a:ea typeface="Cambria"/>
                <a:cs typeface="Calibri" panose="020F0502020204030204"/>
              </a:rPr>
              <a:t>participant·e·s</a:t>
            </a:r>
            <a:r>
              <a:rPr lang="fr-FR" sz="2400" dirty="0">
                <a:latin typeface="Cordia New"/>
                <a:ea typeface="Cambria"/>
                <a:cs typeface="Calibri" panose="020F0502020204030204"/>
              </a:rPr>
              <a:t> : </a:t>
            </a:r>
            <a:r>
              <a:rPr lang="fr-FR" sz="2400" b="1" dirty="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retrouver son groupe par le jeu</a:t>
            </a:r>
            <a:r>
              <a:rPr lang="fr-FR" sz="2400" dirty="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 (mercredi après-midi)</a:t>
            </a:r>
            <a:endParaRPr lang="fr-FR" sz="2400" dirty="0">
              <a:solidFill>
                <a:schemeClr val="accent1"/>
              </a:solidFill>
              <a:latin typeface="Cordia New"/>
              <a:ea typeface="Calibri" panose="020F0502020204030204"/>
              <a:cs typeface="Calibri" panose="020F0502020204030204"/>
            </a:endParaRPr>
          </a:p>
          <a:p>
            <a:pPr marL="228600" indent="-228600">
              <a:buFont typeface="Symbol"/>
              <a:buChar char="•"/>
            </a:pPr>
            <a:r>
              <a:rPr lang="fr-FR" sz="2400" b="1" u="sng" dirty="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Trois types d'atelier</a:t>
            </a: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 (14h-17h) : groupes déjà répartis ; ressources à disposition ; assistance (Catherine Augusto + bureau) :)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 b="1" i="1" dirty="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Fête de la Science</a:t>
            </a:r>
            <a:r>
              <a:rPr lang="fr-FR" sz="2400" dirty="0">
                <a:latin typeface="Cordia New"/>
                <a:ea typeface="Cambria"/>
                <a:cs typeface="Cambria"/>
              </a:rPr>
              <a:t> : élaboration d'un "</a:t>
            </a:r>
            <a:r>
              <a:rPr lang="fr-FR" sz="2400" dirty="0">
                <a:latin typeface="Cordia New"/>
                <a:ea typeface="Cambria"/>
                <a:cs typeface="Cordia New"/>
              </a:rPr>
              <a:t>parcours</a:t>
            </a:r>
            <a:r>
              <a:rPr lang="fr-FR" sz="2400" dirty="0">
                <a:latin typeface="Cordia New"/>
                <a:ea typeface="Cambria"/>
                <a:cs typeface="Cambria"/>
              </a:rPr>
              <a:t>" pour le stand d'un laboratoire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 b="1" i="1" dirty="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Hackathon</a:t>
            </a:r>
            <a:r>
              <a:rPr lang="fr-FR" sz="2400" b="1" dirty="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 </a:t>
            </a:r>
            <a:r>
              <a:rPr lang="fr-FR" sz="2400" dirty="0">
                <a:latin typeface="Cordia New"/>
                <a:ea typeface="Cambria"/>
                <a:cs typeface="Cambria"/>
              </a:rPr>
              <a:t>:​ conception d'un support de médiation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 b="1" i="1" dirty="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Chronique Scientifique</a:t>
            </a:r>
            <a:r>
              <a:rPr lang="fr-FR" sz="2400" dirty="0">
                <a:latin typeface="Cordia New"/>
                <a:ea typeface="Cambria"/>
                <a:cs typeface="Cambria"/>
              </a:rPr>
              <a:t> : élaboration d'un communiqué (presse ou radio) sur un résultat scientifique</a:t>
            </a:r>
          </a:p>
          <a:p>
            <a:pPr marL="228600" indent="-228600">
              <a:buFont typeface="Symbol"/>
              <a:buChar char="•"/>
            </a:pPr>
            <a:r>
              <a:rPr lang="fr-FR" sz="2400" b="1" dirty="0">
                <a:solidFill>
                  <a:schemeClr val="accent1"/>
                </a:solidFill>
                <a:latin typeface="Cordia New"/>
                <a:ea typeface="Cambria"/>
                <a:cs typeface="Cordia New"/>
              </a:rPr>
              <a:t>Restitution collective</a:t>
            </a:r>
            <a:r>
              <a:rPr lang="fr-FR" sz="2400" dirty="0">
                <a:solidFill>
                  <a:schemeClr val="accent1"/>
                </a:solidFill>
                <a:latin typeface="Cordia New"/>
                <a:ea typeface="Cambria"/>
                <a:cs typeface="Cordia New"/>
              </a:rPr>
              <a:t> (17h-18h)</a:t>
            </a:r>
            <a:r>
              <a:rPr lang="fr-FR" sz="2400" dirty="0">
                <a:latin typeface="Cordia New"/>
                <a:ea typeface="Cambria"/>
                <a:cs typeface="Cordia New"/>
              </a:rPr>
              <a:t> à la fin de l'activité et debriefing par "Les Petits Débrouillards"​ (Florian Rivet)</a:t>
            </a:r>
          </a:p>
        </p:txBody>
      </p:sp>
    </p:spTree>
    <p:extLst>
      <p:ext uri="{BB962C8B-B14F-4D97-AF65-F5344CB8AC3E}">
        <p14:creationId xmlns:p14="http://schemas.microsoft.com/office/powerpoint/2010/main" val="278011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24623-4C4F-AE43-1107-2DDADE69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2DC6BC-39E0-A9C0-3FD2-6C3697029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45" y="125236"/>
            <a:ext cx="6127045" cy="768175"/>
          </a:xfrm>
        </p:spPr>
        <p:txBody>
          <a:bodyPr/>
          <a:lstStyle/>
          <a:p>
            <a:r>
              <a:rPr lang="fr-FR" b="1">
                <a:solidFill>
                  <a:schemeClr val="accent1"/>
                </a:solidFill>
                <a:latin typeface="Cordia New"/>
                <a:ea typeface="Calibri Light"/>
                <a:cs typeface="Calibri Light"/>
              </a:rPr>
              <a:t>Fête de la Science</a:t>
            </a:r>
            <a:endParaRPr lang="fr-FR" b="1">
              <a:solidFill>
                <a:schemeClr val="accent1"/>
              </a:solidFill>
              <a:ea typeface="Calibri Light"/>
              <a:cs typeface="Calibri Ligh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4C9CD6F-D1EE-F2B6-FCAA-617059DE0BE3}"/>
              </a:ext>
            </a:extLst>
          </p:cNvPr>
          <p:cNvSpPr txBox="1"/>
          <p:nvPr/>
        </p:nvSpPr>
        <p:spPr>
          <a:xfrm>
            <a:off x="420511" y="752123"/>
            <a:ext cx="1148611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Objectifs :</a:t>
            </a: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Expliquer une </a:t>
            </a:r>
            <a:r>
              <a:rPr lang="fr-FR" sz="2400" b="1">
                <a:solidFill>
                  <a:schemeClr val="accent2"/>
                </a:solidFill>
                <a:latin typeface="Cordia New"/>
                <a:ea typeface="Cambria"/>
                <a:cs typeface="Calibri" panose="020F0502020204030204"/>
              </a:rPr>
              <a:t>notion scientifique fondamentale</a:t>
            </a: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 au grand public</a:t>
            </a:r>
            <a:endParaRPr lang="fr-FR" sz="2400" b="1">
              <a:solidFill>
                <a:schemeClr val="accent1"/>
              </a:solidFill>
              <a:latin typeface="Cordia New"/>
              <a:ea typeface="Calibri" panose="020F0502020204030204"/>
              <a:cs typeface="Calibri" panose="020F0502020204030204"/>
            </a:endParaRP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Format : 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>
                <a:latin typeface="Cordia New"/>
                <a:ea typeface="Cambria"/>
                <a:cs typeface="Cambria"/>
              </a:rPr>
              <a:t>Stand d'un laboratoire pour la Fête de la Science, intégrant différents "parcours" = cheminements autour d'une notion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>
                <a:latin typeface="Cordia New"/>
                <a:ea typeface="Cambria"/>
                <a:cs typeface="Cambria"/>
              </a:rPr>
              <a:t>Public varié (enfants de tout âge, personnes ayant un bagage scientifique ou non, </a:t>
            </a:r>
            <a:r>
              <a:rPr lang="fr-FR" sz="2400" err="1">
                <a:latin typeface="Cordia New"/>
                <a:ea typeface="Cambria"/>
                <a:cs typeface="Cambria"/>
              </a:rPr>
              <a:t>retraité·e·s</a:t>
            </a:r>
            <a:r>
              <a:rPr lang="fr-FR" sz="2400">
                <a:latin typeface="Cordia New"/>
                <a:ea typeface="Cambria"/>
                <a:cs typeface="Cambria"/>
              </a:rPr>
              <a:t>, </a:t>
            </a:r>
            <a:r>
              <a:rPr lang="fr-FR" sz="2400" err="1">
                <a:latin typeface="Cordia New"/>
                <a:ea typeface="Cambria"/>
                <a:cs typeface="Cambria"/>
              </a:rPr>
              <a:t>etc</a:t>
            </a:r>
            <a:r>
              <a:rPr lang="fr-FR" sz="2400">
                <a:latin typeface="Cordia New"/>
                <a:ea typeface="Cambria"/>
                <a:cs typeface="Cambria"/>
              </a:rPr>
              <a:t>)</a:t>
            </a:r>
            <a:endParaRPr lang="fr-FR"/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ordia New"/>
              </a:rPr>
              <a:t>But : conceptualiser un parcours</a:t>
            </a:r>
            <a:r>
              <a:rPr lang="fr-FR" sz="2400">
                <a:latin typeface="Cordia New"/>
                <a:ea typeface="Cambria"/>
                <a:cs typeface="Cordia New"/>
              </a:rPr>
              <a:t>, i.e. discours pédagogiques autour de supports (maquettes/échantillons/vidéo/</a:t>
            </a:r>
            <a:r>
              <a:rPr lang="fr-FR" sz="2400" err="1">
                <a:latin typeface="Cordia New"/>
                <a:ea typeface="Cambria"/>
                <a:cs typeface="Cordia New"/>
              </a:rPr>
              <a:t>etc</a:t>
            </a:r>
            <a:r>
              <a:rPr lang="fr-FR" sz="2400">
                <a:latin typeface="Cordia New"/>
                <a:ea typeface="Cambria"/>
                <a:cs typeface="Cordia New"/>
              </a:rPr>
              <a:t>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38EBD2F-AA96-34C3-B3DB-0748A9A716CC}"/>
              </a:ext>
            </a:extLst>
          </p:cNvPr>
          <p:cNvSpPr txBox="1"/>
          <p:nvPr/>
        </p:nvSpPr>
        <p:spPr>
          <a:xfrm>
            <a:off x="420511" y="3426178"/>
            <a:ext cx="958708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Ressources :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Exemples </a:t>
            </a:r>
            <a:r>
              <a:rPr lang="fr-FR" sz="2400">
                <a:solidFill>
                  <a:srgbClr val="000000"/>
                </a:solidFill>
                <a:latin typeface="Cordia New"/>
                <a:ea typeface="Cambria"/>
                <a:cs typeface="Calibri" panose="020F0502020204030204"/>
              </a:rPr>
              <a:t>de notions : déformation ; force et contraintes ; ​équilibre des structures ; ...</a:t>
            </a:r>
            <a:endParaRPr lang="fr-FR" sz="2400">
              <a:solidFill>
                <a:schemeClr val="accent1"/>
              </a:solidFill>
              <a:latin typeface="Cordia New"/>
              <a:ea typeface="Cambria"/>
              <a:cs typeface="Calibri" panose="020F0502020204030204"/>
            </a:endParaRPr>
          </a:p>
          <a:p>
            <a:pPr marL="228600" indent="-228600">
              <a:buFont typeface="Symbol"/>
              <a:buChar char="•"/>
            </a:pPr>
            <a:r>
              <a:rPr lang="fr-FR" sz="2400">
                <a:latin typeface="Cordia New"/>
                <a:ea typeface="Cambria"/>
                <a:cs typeface="Cambria"/>
              </a:rPr>
              <a:t>Exemples de maquettes et supports utilisables ; photos FDS 2024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4F490B0-4287-68E4-9783-90224805ED5F}"/>
              </a:ext>
            </a:extLst>
          </p:cNvPr>
          <p:cNvSpPr txBox="1"/>
          <p:nvPr/>
        </p:nvSpPr>
        <p:spPr>
          <a:xfrm>
            <a:off x="420511" y="4995768"/>
            <a:ext cx="1042072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Production et restitution :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Schématiser le parcours</a:t>
            </a:r>
            <a:r>
              <a:rPr lang="fr-FR" sz="2400">
                <a:latin typeface="Cordia New"/>
                <a:ea typeface="Cambria"/>
                <a:cs typeface="Calibri" panose="020F0502020204030204"/>
              </a:rPr>
              <a:t> (sur papier ou présentation numérique) et les supports à utiliser ou développer​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Écrire et faire le pitch</a:t>
            </a:r>
            <a:r>
              <a:rPr lang="fr-FR" sz="2400">
                <a:latin typeface="Cordia New"/>
                <a:ea typeface="Cambria"/>
                <a:cs typeface="Cambria"/>
              </a:rPr>
              <a:t> du discours principal</a:t>
            </a:r>
          </a:p>
        </p:txBody>
      </p:sp>
    </p:spTree>
    <p:extLst>
      <p:ext uri="{BB962C8B-B14F-4D97-AF65-F5344CB8AC3E}">
        <p14:creationId xmlns:p14="http://schemas.microsoft.com/office/powerpoint/2010/main" val="123252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6B40-33A5-30C9-0F9B-B27C8D7D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C6C0F1-3439-1553-C9A7-3CE710A08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45" y="125236"/>
            <a:ext cx="6127045" cy="768175"/>
          </a:xfrm>
        </p:spPr>
        <p:txBody>
          <a:bodyPr/>
          <a:lstStyle/>
          <a:p>
            <a:r>
              <a:rPr lang="fr-FR" b="1">
                <a:solidFill>
                  <a:schemeClr val="accent1"/>
                </a:solidFill>
                <a:latin typeface="Cordia New"/>
                <a:ea typeface="Calibri Light"/>
                <a:cs typeface="Calibri Light"/>
              </a:rPr>
              <a:t>Hackathon</a:t>
            </a:r>
            <a:endParaRPr lang="fr-FR" b="1">
              <a:solidFill>
                <a:schemeClr val="accent1"/>
              </a:solidFill>
              <a:ea typeface="Calibri Light"/>
              <a:cs typeface="Calibri Ligh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14DEE44-0E2B-DD81-90FF-7C5D8675FF0D}"/>
              </a:ext>
            </a:extLst>
          </p:cNvPr>
          <p:cNvSpPr txBox="1"/>
          <p:nvPr/>
        </p:nvSpPr>
        <p:spPr>
          <a:xfrm>
            <a:off x="420511" y="752123"/>
            <a:ext cx="1148611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Objectifs :</a:t>
            </a: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Vulgariser des </a:t>
            </a:r>
            <a:r>
              <a:rPr lang="fr-FR" sz="2400" b="1">
                <a:solidFill>
                  <a:schemeClr val="accent2"/>
                </a:solidFill>
                <a:latin typeface="Cordia New"/>
                <a:ea typeface="Cambria"/>
                <a:cs typeface="Calibri" panose="020F0502020204030204"/>
              </a:rPr>
              <a:t>activités de recherche</a:t>
            </a: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 auprès du grand public</a:t>
            </a:r>
            <a:endParaRPr lang="fr-FR" sz="2400" b="1">
              <a:solidFill>
                <a:schemeClr val="accent1"/>
              </a:solidFill>
              <a:latin typeface="Cordia New"/>
              <a:ea typeface="Calibri" panose="020F0502020204030204"/>
              <a:cs typeface="Calibri" panose="020F0502020204030204"/>
            </a:endParaRP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Format : 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>
                <a:latin typeface="Cordia New"/>
                <a:ea typeface="Cambria"/>
                <a:cs typeface="Cambria"/>
              </a:rPr>
              <a:t>Intervention auprès d'un public non spécialisé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>
                <a:latin typeface="Cordia New"/>
                <a:ea typeface="Cambria"/>
              </a:rPr>
              <a:t>Cadre formel avec écoute attentive ​</a:t>
            </a:r>
            <a:endParaRPr lang="fr-FR" sz="2400">
              <a:latin typeface="Cordia New"/>
              <a:ea typeface="Cambria"/>
              <a:cs typeface="Cordia New"/>
            </a:endParaRP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ordia New"/>
              </a:rPr>
              <a:t>But : conceptualiser/développer un support de médiation</a:t>
            </a:r>
            <a:r>
              <a:rPr lang="fr-FR" sz="2400" b="1">
                <a:latin typeface="Cordia New"/>
                <a:ea typeface="Cambria"/>
                <a:cs typeface="Cordia New"/>
              </a:rPr>
              <a:t> (</a:t>
            </a:r>
            <a:r>
              <a:rPr lang="fr-FR" sz="2400">
                <a:latin typeface="Cordia New"/>
                <a:ea typeface="Cambria"/>
                <a:cs typeface="Cordia New"/>
              </a:rPr>
              <a:t>poster/vidéo/maquette/</a:t>
            </a:r>
            <a:r>
              <a:rPr lang="fr-FR" sz="2400" err="1">
                <a:latin typeface="Cordia New"/>
                <a:ea typeface="Cambria"/>
                <a:cs typeface="Cordia New"/>
              </a:rPr>
              <a:t>etc</a:t>
            </a:r>
            <a:r>
              <a:rPr lang="fr-FR" sz="2400">
                <a:latin typeface="Cordia New"/>
                <a:ea typeface="Cambria"/>
                <a:cs typeface="Cordia New"/>
              </a:rPr>
              <a:t>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7D6C281-0A26-26E5-3F4F-FA1F90852267}"/>
              </a:ext>
            </a:extLst>
          </p:cNvPr>
          <p:cNvSpPr txBox="1"/>
          <p:nvPr/>
        </p:nvSpPr>
        <p:spPr>
          <a:xfrm>
            <a:off x="420511" y="3426178"/>
            <a:ext cx="958708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Ressources :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Exemples </a:t>
            </a:r>
            <a:r>
              <a:rPr lang="fr-FR" sz="2400">
                <a:solidFill>
                  <a:srgbClr val="000000"/>
                </a:solidFill>
                <a:latin typeface="Cordia New"/>
                <a:ea typeface="Cambria"/>
                <a:cs typeface="Calibri" panose="020F0502020204030204"/>
              </a:rPr>
              <a:t>de travaux de recherche (sujet associé à un labo/chercheuse - chercheur)</a:t>
            </a:r>
            <a:endParaRPr lang="fr-FR" sz="2400">
              <a:solidFill>
                <a:schemeClr val="accent1"/>
              </a:solidFill>
              <a:latin typeface="Cordia New"/>
              <a:ea typeface="Cambria"/>
              <a:cs typeface="Calibri" panose="020F0502020204030204"/>
            </a:endParaRPr>
          </a:p>
          <a:p>
            <a:pPr marL="228600" indent="-228600">
              <a:buFont typeface="Symbol"/>
              <a:buChar char="•"/>
            </a:pPr>
            <a:r>
              <a:rPr lang="fr-FR" sz="2400">
                <a:latin typeface="Cordia New"/>
                <a:ea typeface="Cambria"/>
                <a:cs typeface="Cambria"/>
              </a:rPr>
              <a:t>Enjeux identifiés et idées de réalisation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7F749DA-37F7-87C2-80DD-5BFA36EBAE9A}"/>
              </a:ext>
            </a:extLst>
          </p:cNvPr>
          <p:cNvSpPr txBox="1"/>
          <p:nvPr/>
        </p:nvSpPr>
        <p:spPr>
          <a:xfrm>
            <a:off x="420511" y="4995768"/>
            <a:ext cx="1042072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Production et restitution :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Description détaillée du support à concevoir</a:t>
            </a:r>
            <a:r>
              <a:rPr lang="fr-FR" sz="2400">
                <a:latin typeface="Cordia New"/>
                <a:ea typeface="Cambria"/>
                <a:cs typeface="Calibri" panose="020F0502020204030204"/>
              </a:rPr>
              <a:t> (sur papier ou présentation numérique)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Première ébauche, étapes suivantes et pitch</a:t>
            </a:r>
          </a:p>
        </p:txBody>
      </p:sp>
    </p:spTree>
    <p:extLst>
      <p:ext uri="{BB962C8B-B14F-4D97-AF65-F5344CB8AC3E}">
        <p14:creationId xmlns:p14="http://schemas.microsoft.com/office/powerpoint/2010/main" val="261797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6BAB8-642C-AE52-CA39-8CFD2B0D7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99593-AFE3-5C46-52EC-71287FC8A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45" y="125236"/>
            <a:ext cx="6127045" cy="768175"/>
          </a:xfrm>
        </p:spPr>
        <p:txBody>
          <a:bodyPr/>
          <a:lstStyle/>
          <a:p>
            <a:r>
              <a:rPr lang="fr-FR" b="1">
                <a:solidFill>
                  <a:schemeClr val="accent1"/>
                </a:solidFill>
                <a:latin typeface="Cordia New"/>
                <a:ea typeface="Calibri Light"/>
                <a:cs typeface="Calibri Light"/>
              </a:rPr>
              <a:t>Chronique Scientifique</a:t>
            </a:r>
            <a:endParaRPr lang="fr-FR" b="1">
              <a:solidFill>
                <a:schemeClr val="accent1"/>
              </a:solidFill>
              <a:ea typeface="Calibri Light"/>
              <a:cs typeface="Calibri Ligh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398D689-157D-EFCD-4445-1DAE4AB660A1}"/>
              </a:ext>
            </a:extLst>
          </p:cNvPr>
          <p:cNvSpPr txBox="1"/>
          <p:nvPr/>
        </p:nvSpPr>
        <p:spPr>
          <a:xfrm>
            <a:off x="420511" y="752123"/>
            <a:ext cx="1148611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Objectifs :</a:t>
            </a: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Vulgariser un </a:t>
            </a:r>
            <a:r>
              <a:rPr lang="fr-FR" sz="2400" b="1">
                <a:solidFill>
                  <a:schemeClr val="accent2"/>
                </a:solidFill>
                <a:latin typeface="Cordia New"/>
                <a:ea typeface="Cambria"/>
                <a:cs typeface="Calibri" panose="020F0502020204030204"/>
              </a:rPr>
              <a:t>résultat de la recherche</a:t>
            </a: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 auprès du grand public</a:t>
            </a:r>
            <a:endParaRPr lang="fr-FR" sz="2400" b="1">
              <a:solidFill>
                <a:schemeClr val="accent1"/>
              </a:solidFill>
              <a:latin typeface="Cordia New"/>
              <a:ea typeface="Calibri" panose="020F0502020204030204"/>
              <a:cs typeface="Calibri" panose="020F0502020204030204"/>
            </a:endParaRP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Format : 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>
                <a:latin typeface="Cordia New"/>
                <a:ea typeface="Cambria"/>
                <a:cs typeface="Cambria"/>
              </a:rPr>
              <a:t>Communiqué de presse institutionnel, billet presse écrite ou chronique radio</a:t>
            </a:r>
          </a:p>
          <a:p>
            <a:pPr marL="685800" lvl="2" indent="-228600">
              <a:buFont typeface="Wingdings"/>
              <a:buChar char="§"/>
            </a:pPr>
            <a:r>
              <a:rPr lang="fr-FR" sz="2400">
                <a:latin typeface="Cordia New"/>
                <a:ea typeface="Cambria"/>
              </a:rPr>
              <a:t>Format écrit ou enregistrement audio</a:t>
            </a:r>
            <a:endParaRPr lang="fr-FR" sz="2400">
              <a:latin typeface="Cordia New"/>
              <a:ea typeface="Cambria"/>
              <a:cs typeface="Cordia New"/>
            </a:endParaRP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ordia New"/>
              </a:rPr>
              <a:t>But : rédiger/enregistrer une chronique</a:t>
            </a:r>
            <a:endParaRPr lang="fr-FR" sz="2400">
              <a:solidFill>
                <a:schemeClr val="accent1"/>
              </a:solidFill>
              <a:latin typeface="Cordia New"/>
              <a:ea typeface="Cambria"/>
              <a:cs typeface="Cordia New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65D0ECA-DDD4-2627-BDE5-13087FCD6E8B}"/>
              </a:ext>
            </a:extLst>
          </p:cNvPr>
          <p:cNvSpPr txBox="1"/>
          <p:nvPr/>
        </p:nvSpPr>
        <p:spPr>
          <a:xfrm>
            <a:off x="420511" y="3426178"/>
            <a:ext cx="1082452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Ressources :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Articles scientifiques </a:t>
            </a:r>
            <a:r>
              <a:rPr lang="fr-FR" sz="2400">
                <a:latin typeface="Cordia New"/>
                <a:ea typeface="Cambria"/>
                <a:cs typeface="Calibri" panose="020F0502020204030204"/>
              </a:rPr>
              <a:t>proposés (sujets intrigants ou amusants mais traités scientifiquement rigoureusement)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latin typeface="Cordia New"/>
                <a:ea typeface="Cambria"/>
                <a:cs typeface="Cambria"/>
              </a:rPr>
              <a:t>Aide pour la compréhension des articles ; exemples de chroniques presse ou radio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7462B04-BC56-DDE1-0F84-983E71B2B0C8}"/>
              </a:ext>
            </a:extLst>
          </p:cNvPr>
          <p:cNvSpPr txBox="1"/>
          <p:nvPr/>
        </p:nvSpPr>
        <p:spPr>
          <a:xfrm>
            <a:off x="420511" y="4995768"/>
            <a:ext cx="1042072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Production et restitution :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latin typeface="Cordia New"/>
                <a:ea typeface="Cambria"/>
                <a:cs typeface="Calibri" panose="020F0502020204030204"/>
              </a:rPr>
              <a:t>Approfondir le résultat, choisir le média, écrire la chronique </a:t>
            </a:r>
          </a:p>
          <a:p>
            <a:pPr marL="228600" indent="-228600">
              <a:buFont typeface="Symbol"/>
              <a:buChar char="•"/>
            </a:pPr>
            <a:r>
              <a:rPr lang="fr-FR" sz="240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Réaliser la chronique</a:t>
            </a:r>
          </a:p>
        </p:txBody>
      </p:sp>
    </p:spTree>
    <p:extLst>
      <p:ext uri="{BB962C8B-B14F-4D97-AF65-F5344CB8AC3E}">
        <p14:creationId xmlns:p14="http://schemas.microsoft.com/office/powerpoint/2010/main" val="3613277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FB0E7-BCC8-7BFC-A581-48BC84C9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493EA-FD76-24E5-E55A-D3F0271AC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45" y="125236"/>
            <a:ext cx="6127045" cy="768175"/>
          </a:xfrm>
        </p:spPr>
        <p:txBody>
          <a:bodyPr>
            <a:normAutofit fontScale="90000"/>
          </a:bodyPr>
          <a:lstStyle/>
          <a:p>
            <a:r>
              <a:rPr lang="fr-FR" b="1">
                <a:latin typeface="Cordia New"/>
                <a:ea typeface="Calibri Light"/>
                <a:cs typeface="Calibri Light"/>
              </a:rPr>
              <a:t>Projet collectif : </a:t>
            </a:r>
            <a:r>
              <a:rPr lang="fr-FR" b="1">
                <a:solidFill>
                  <a:schemeClr val="accent1"/>
                </a:solidFill>
                <a:latin typeface="Cordia New"/>
                <a:ea typeface="Calibri Light"/>
                <a:cs typeface="Calibri Light"/>
              </a:rPr>
              <a:t>Médiation Scientifique</a:t>
            </a:r>
            <a:endParaRPr lang="fr-FR" b="1">
              <a:solidFill>
                <a:schemeClr val="accent1"/>
              </a:solidFill>
              <a:ea typeface="Calibri Light"/>
              <a:cs typeface="Calibri Light"/>
            </a:endParaRPr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D4E549AB-1974-5920-4EE0-7261F8ED994D}"/>
              </a:ext>
            </a:extLst>
          </p:cNvPr>
          <p:cNvSpPr/>
          <p:nvPr/>
        </p:nvSpPr>
        <p:spPr>
          <a:xfrm>
            <a:off x="1074614" y="1172307"/>
            <a:ext cx="390769" cy="455897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A60D508-0D74-1E55-84BC-05E1E874D339}"/>
              </a:ext>
            </a:extLst>
          </p:cNvPr>
          <p:cNvSpPr/>
          <p:nvPr/>
        </p:nvSpPr>
        <p:spPr>
          <a:xfrm>
            <a:off x="989948" y="1543537"/>
            <a:ext cx="560102" cy="5340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08CE2C1-4369-1C8F-0C59-3C6887BB78E6}"/>
              </a:ext>
            </a:extLst>
          </p:cNvPr>
          <p:cNvSpPr txBox="1"/>
          <p:nvPr/>
        </p:nvSpPr>
        <p:spPr>
          <a:xfrm>
            <a:off x="1680307" y="1543538"/>
            <a:ext cx="59266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>
                <a:latin typeface="Cordia New"/>
                <a:ea typeface="Calibri"/>
                <a:cs typeface="Calibri"/>
              </a:rPr>
              <a:t>Mercredi après-midi : c</a:t>
            </a:r>
            <a:r>
              <a:rPr lang="fr-FR" sz="2400" b="1">
                <a:latin typeface="Cordia New"/>
                <a:ea typeface="Calibri"/>
                <a:cs typeface="Cordia New"/>
              </a:rPr>
              <a:t>onstitution des groupes (jeu)</a:t>
            </a:r>
            <a:endParaRPr lang="fr-FR" sz="2400" b="1">
              <a:latin typeface="Cordia New"/>
              <a:cs typeface="Cordia New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87478A-F941-7247-5C78-A3F6C9E7CF12}"/>
              </a:ext>
            </a:extLst>
          </p:cNvPr>
          <p:cNvSpPr/>
          <p:nvPr/>
        </p:nvSpPr>
        <p:spPr>
          <a:xfrm>
            <a:off x="989948" y="2891691"/>
            <a:ext cx="560102" cy="5340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2800"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4BF1B8C-7909-A719-7B8F-84A1ECD2BCF8}"/>
              </a:ext>
            </a:extLst>
          </p:cNvPr>
          <p:cNvSpPr txBox="1"/>
          <p:nvPr/>
        </p:nvSpPr>
        <p:spPr>
          <a:xfrm>
            <a:off x="1680307" y="2891692"/>
            <a:ext cx="267025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>
                <a:latin typeface="Cordia New"/>
                <a:ea typeface="Calibri"/>
                <a:cs typeface="Calibri"/>
              </a:rPr>
              <a:t>Jeudi 14h-18h : </a:t>
            </a:r>
            <a:r>
              <a:rPr lang="fr-FR" sz="2400" b="1">
                <a:latin typeface="Cordia New"/>
                <a:ea typeface="Calibri"/>
                <a:cs typeface="Cordia New"/>
              </a:rPr>
              <a:t>Atelier </a:t>
            </a:r>
          </a:p>
          <a:p>
            <a:r>
              <a:rPr lang="fr-FR" sz="2400">
                <a:latin typeface="Cordia New"/>
                <a:ea typeface="Calibri"/>
                <a:cs typeface="Cordia New"/>
              </a:rPr>
              <a:t>14h-17h Travaux en groupe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77FC4FB-2E33-F4EF-905F-51E59BC147DE}"/>
              </a:ext>
            </a:extLst>
          </p:cNvPr>
          <p:cNvSpPr/>
          <p:nvPr/>
        </p:nvSpPr>
        <p:spPr>
          <a:xfrm>
            <a:off x="989948" y="4324511"/>
            <a:ext cx="560102" cy="53405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2800"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A1C8D3B-8759-13C9-7F89-344B287B4EA7}"/>
              </a:ext>
            </a:extLst>
          </p:cNvPr>
          <p:cNvSpPr txBox="1"/>
          <p:nvPr/>
        </p:nvSpPr>
        <p:spPr>
          <a:xfrm>
            <a:off x="1680307" y="4324512"/>
            <a:ext cx="592666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>
                <a:latin typeface="Cordia New"/>
                <a:ea typeface="Calibri"/>
                <a:cs typeface="Cordia New"/>
              </a:rPr>
              <a:t>17h-18h : Fin de l'atelier</a:t>
            </a:r>
            <a:br>
              <a:rPr lang="fr-FR" sz="2400">
                <a:latin typeface="Cordia New"/>
                <a:ea typeface="Calibri"/>
                <a:cs typeface="Cordia New"/>
              </a:rPr>
            </a:br>
            <a:r>
              <a:rPr lang="fr-FR" sz="2400">
                <a:latin typeface="Cordia New"/>
                <a:ea typeface="Calibri"/>
                <a:cs typeface="Cordia New"/>
              </a:rPr>
              <a:t>Restitution collective</a:t>
            </a:r>
            <a:br>
              <a:rPr lang="fr-FR" sz="2400">
                <a:latin typeface="Cordia New"/>
                <a:ea typeface="Calibri"/>
                <a:cs typeface="Cordia New"/>
              </a:rPr>
            </a:br>
            <a:r>
              <a:rPr lang="fr-FR" sz="2400">
                <a:latin typeface="Cordia New"/>
                <a:ea typeface="Calibri"/>
                <a:cs typeface="Cordia New"/>
              </a:rPr>
              <a:t>Debriefing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9B8358C-76D4-17E9-79AF-0B4E30B363C8}"/>
              </a:ext>
            </a:extLst>
          </p:cNvPr>
          <p:cNvSpPr txBox="1"/>
          <p:nvPr/>
        </p:nvSpPr>
        <p:spPr>
          <a:xfrm>
            <a:off x="4572000" y="2917743"/>
            <a:ext cx="310010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>
                <a:latin typeface="Cordia New"/>
                <a:ea typeface="Calibri"/>
                <a:cs typeface="Calibri"/>
              </a:rPr>
              <a:t>- Parcours Fête de la Science</a:t>
            </a:r>
            <a:br>
              <a:rPr lang="fr-FR" sz="2400">
                <a:latin typeface="Cordia New"/>
                <a:ea typeface="Calibri"/>
                <a:cs typeface="Calibri"/>
              </a:rPr>
            </a:br>
            <a:r>
              <a:rPr lang="fr-FR" sz="2400">
                <a:latin typeface="Cordia New"/>
                <a:ea typeface="Calibri"/>
                <a:cs typeface="Calibri"/>
              </a:rPr>
              <a:t>- Hackathon</a:t>
            </a:r>
            <a:br>
              <a:rPr lang="fr-FR" sz="2400">
                <a:latin typeface="Cordia New"/>
                <a:ea typeface="Calibri"/>
                <a:cs typeface="Calibri"/>
              </a:rPr>
            </a:br>
            <a:r>
              <a:rPr lang="fr-FR" sz="2400">
                <a:latin typeface="Cordia New"/>
                <a:ea typeface="Calibri"/>
                <a:cs typeface="Calibri"/>
              </a:rPr>
              <a:t>- Chronique Scientifique</a:t>
            </a:r>
          </a:p>
        </p:txBody>
      </p:sp>
      <p:sp>
        <p:nvSpPr>
          <p:cNvPr id="14" name="Accolade ouvrante 13">
            <a:extLst>
              <a:ext uri="{FF2B5EF4-FFF2-40B4-BE49-F238E27FC236}">
                <a16:creationId xmlns:a16="http://schemas.microsoft.com/office/drawing/2014/main" id="{D46CD5B1-1779-1CA9-93CF-2D69DB4506BF}"/>
              </a:ext>
            </a:extLst>
          </p:cNvPr>
          <p:cNvSpPr/>
          <p:nvPr/>
        </p:nvSpPr>
        <p:spPr>
          <a:xfrm>
            <a:off x="4376615" y="2917744"/>
            <a:ext cx="247487" cy="1198358"/>
          </a:xfrm>
          <a:prstGeom prst="leftBrace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71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48A06-7330-6139-1A07-B9E756BF6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arte, atlas, diagramme&#10;&#10;Le contenu généré par l’IA peut être incorrect.">
            <a:extLst>
              <a:ext uri="{FF2B5EF4-FFF2-40B4-BE49-F238E27FC236}">
                <a16:creationId xmlns:a16="http://schemas.microsoft.com/office/drawing/2014/main" id="{9E60312F-FB79-5075-4F17-403BD3CCC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515" y="0"/>
            <a:ext cx="5667375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2E3CD4E-52E7-26A7-B1EF-C51CFA1D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45" y="125236"/>
            <a:ext cx="7298722" cy="768175"/>
          </a:xfrm>
        </p:spPr>
        <p:txBody>
          <a:bodyPr>
            <a:normAutofit/>
          </a:bodyPr>
          <a:lstStyle/>
          <a:p>
            <a:r>
              <a:rPr lang="fr-FR" b="1">
                <a:solidFill>
                  <a:schemeClr val="accent1"/>
                </a:solidFill>
                <a:latin typeface="Cordia New"/>
                <a:ea typeface="Calibri Light"/>
                <a:cs typeface="Calibri Light"/>
              </a:rPr>
              <a:t>Répartition des groupes : jeu</a:t>
            </a:r>
            <a:endParaRPr lang="fr-FR">
              <a:solidFill>
                <a:schemeClr val="accent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AB7BA99-8EE5-75E7-B0F0-9B889FF695B3}"/>
              </a:ext>
            </a:extLst>
          </p:cNvPr>
          <p:cNvSpPr txBox="1"/>
          <p:nvPr/>
        </p:nvSpPr>
        <p:spPr>
          <a:xfrm>
            <a:off x="393617" y="1940670"/>
            <a:ext cx="643069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Objectifs :</a:t>
            </a: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Trouver les membres de votre groupe (déjà constitué) par un jeu</a:t>
            </a:r>
            <a:endParaRPr lang="fr-FR" sz="2400" b="1">
              <a:solidFill>
                <a:schemeClr val="accent1"/>
              </a:solidFill>
              <a:latin typeface="Cordia New"/>
              <a:ea typeface="Calibri" panose="020F0502020204030204"/>
              <a:cs typeface="Calibri" panose="020F0502020204030204"/>
            </a:endParaRP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Rencontrer/commencer à connaître les autres </a:t>
            </a:r>
            <a:r>
              <a:rPr lang="fr-FR" sz="2400" b="1" err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participant·e·s</a:t>
            </a:r>
            <a:endParaRPr lang="fr-FR" sz="2400" b="1">
              <a:solidFill>
                <a:schemeClr val="accent1"/>
              </a:solidFill>
              <a:latin typeface="Cordia New"/>
              <a:ea typeface="Cambria"/>
              <a:cs typeface="Calibri" panose="020F0502020204030204"/>
            </a:endParaRPr>
          </a:p>
          <a:p>
            <a:pPr marL="228600" indent="-228600">
              <a:buFont typeface="Symbol"/>
              <a:buChar char="•"/>
            </a:pP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Se mélanger </a:t>
            </a:r>
            <a:r>
              <a:rPr lang="fr-FR" sz="2400">
                <a:solidFill>
                  <a:schemeClr val="accent1"/>
                </a:solidFill>
                <a:ea typeface="+mn-lt"/>
                <a:cs typeface="+mn-lt"/>
              </a:rPr>
              <a:t>😉</a:t>
            </a:r>
            <a:endParaRPr lang="fr-FR" sz="2400" b="1">
              <a:solidFill>
                <a:schemeClr val="accent1"/>
              </a:solidFill>
              <a:latin typeface="Cordia New"/>
              <a:ea typeface="Cambria"/>
              <a:cs typeface="Calibri" panose="020F0502020204030204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CEE5EEA-75AE-BC43-EADA-6E7FAFDC28E8}"/>
              </a:ext>
            </a:extLst>
          </p:cNvPr>
          <p:cNvSpPr txBox="1"/>
          <p:nvPr/>
        </p:nvSpPr>
        <p:spPr>
          <a:xfrm>
            <a:off x="393617" y="3880805"/>
            <a:ext cx="643069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Bingo revisité :</a:t>
            </a:r>
          </a:p>
          <a:p>
            <a:r>
              <a:rPr lang="fr-FR" sz="2400">
                <a:solidFill>
                  <a:schemeClr val="accent1"/>
                </a:solidFill>
                <a:ea typeface="+mn-lt"/>
                <a:cs typeface="+mn-lt"/>
              </a:rPr>
              <a:t>👥</a:t>
            </a:r>
            <a:r>
              <a:rPr lang="fr-FR" sz="2400">
                <a:solidFill>
                  <a:schemeClr val="accent1"/>
                </a:solidFill>
                <a:latin typeface="Calibri"/>
                <a:ea typeface="Calibri"/>
                <a:cs typeface="Calibri" panose="020F0502020204030204"/>
              </a:rPr>
              <a:t> </a:t>
            </a: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Nombre de personnes : 28</a:t>
            </a:r>
          </a:p>
          <a:p>
            <a:r>
              <a:rPr lang="fr-FR" sz="2400">
                <a:solidFill>
                  <a:schemeClr val="accent1"/>
                </a:solidFill>
                <a:ea typeface="+mn-lt"/>
                <a:cs typeface="+mn-lt"/>
              </a:rPr>
              <a:t>⌚</a:t>
            </a: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Temps de jeu : 30 min </a:t>
            </a:r>
            <a:b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</a:b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mercredi 14 mai (aujourd'hui) de 16h30 – 17h</a:t>
            </a:r>
          </a:p>
          <a:p>
            <a:r>
              <a:rPr lang="fr-FR" sz="2400">
                <a:solidFill>
                  <a:schemeClr val="accent1"/>
                </a:solidFill>
                <a:ea typeface="+mn-lt"/>
                <a:cs typeface="+mn-lt"/>
              </a:rPr>
              <a:t>📝</a:t>
            </a: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Matériel : une fiche BINGO </a:t>
            </a:r>
            <a:r>
              <a:rPr lang="fr-FR" sz="2400" b="1" i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individuelle </a:t>
            </a:r>
            <a:r>
              <a:rPr lang="fr-FR" sz="2400" b="1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par personne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3CDE449-C846-C49F-E7B6-50B93227CB6D}"/>
              </a:ext>
            </a:extLst>
          </p:cNvPr>
          <p:cNvSpPr txBox="1"/>
          <p:nvPr/>
        </p:nvSpPr>
        <p:spPr>
          <a:xfrm>
            <a:off x="393616" y="1342540"/>
            <a:ext cx="7422118" cy="6001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>
                <a:solidFill>
                  <a:srgbClr val="000000"/>
                </a:solidFill>
                <a:latin typeface="Cordia New"/>
                <a:ea typeface="Cambria"/>
              </a:rPr>
              <a:t>Les groupes sont déjà constitués mais à vous de retrouver comment ! </a:t>
            </a:r>
            <a:r>
              <a:rPr lang="fr-FR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🎲 </a:t>
            </a:r>
            <a:endParaRPr lang="fr-FR" sz="2400" b="1">
              <a:solidFill>
                <a:srgbClr val="000000"/>
              </a:solidFill>
              <a:latin typeface="Cordia New"/>
              <a:ea typeface="Cambria"/>
              <a:cs typeface="Cordia New"/>
            </a:endParaRPr>
          </a:p>
        </p:txBody>
      </p:sp>
    </p:spTree>
    <p:extLst>
      <p:ext uri="{BB962C8B-B14F-4D97-AF65-F5344CB8AC3E}">
        <p14:creationId xmlns:p14="http://schemas.microsoft.com/office/powerpoint/2010/main" val="3232472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A436A-C971-3159-A4FF-3E7C8E2C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5E34C8-E723-2A73-927C-D9F54691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45" y="125236"/>
            <a:ext cx="7298722" cy="768175"/>
          </a:xfrm>
        </p:spPr>
        <p:txBody>
          <a:bodyPr>
            <a:normAutofit/>
          </a:bodyPr>
          <a:lstStyle/>
          <a:p>
            <a:r>
              <a:rPr lang="fr-FR" b="1">
                <a:solidFill>
                  <a:schemeClr val="accent1"/>
                </a:solidFill>
                <a:latin typeface="Cordia New"/>
                <a:ea typeface="Calibri Light"/>
                <a:cs typeface="Calibri Light"/>
              </a:rPr>
              <a:t>Répartition des groupes : jeu </a:t>
            </a:r>
            <a:endParaRPr lang="fr-FR">
              <a:solidFill>
                <a:schemeClr val="accent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9C5A0C7-E559-5441-2300-CFBC06992CA7}"/>
              </a:ext>
            </a:extLst>
          </p:cNvPr>
          <p:cNvSpPr txBox="1"/>
          <p:nvPr/>
        </p:nvSpPr>
        <p:spPr>
          <a:xfrm>
            <a:off x="420511" y="894661"/>
            <a:ext cx="9210394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b="1" dirty="0">
                <a:solidFill>
                  <a:schemeClr val="accent1"/>
                </a:solidFill>
                <a:latin typeface="Cordia New"/>
                <a:ea typeface="Cambria"/>
                <a:cs typeface="Cambria"/>
              </a:rPr>
              <a:t>Règles :</a:t>
            </a:r>
          </a:p>
          <a:p>
            <a:pPr marL="228600" indent="-228600">
              <a:buFont typeface="Symbol"/>
              <a:buChar char="•"/>
            </a:pPr>
            <a:r>
              <a:rPr lang="fr-FR" sz="2400" dirty="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Chaque personne possède une fiche Bingo </a:t>
            </a:r>
            <a:r>
              <a:rPr lang="fr-FR" sz="2400" b="1" dirty="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individuelle. </a:t>
            </a:r>
            <a:r>
              <a:rPr lang="fr-FR" sz="2400" dirty="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L'objectif est de </a:t>
            </a:r>
            <a:br>
              <a:rPr lang="fr-FR" sz="2400" dirty="0">
                <a:latin typeface="Cordia New"/>
                <a:ea typeface="Cambria"/>
                <a:cs typeface="Calibri" panose="020F0502020204030204"/>
              </a:rPr>
            </a:br>
            <a:r>
              <a:rPr lang="fr-FR" sz="2400" dirty="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la remplir le plus rapidement possible.</a:t>
            </a:r>
          </a:p>
          <a:p>
            <a:pPr marL="228600" indent="-228600">
              <a:buFont typeface="Symbol"/>
              <a:buChar char="•"/>
            </a:pPr>
            <a:r>
              <a:rPr lang="fr-FR" sz="2400" dirty="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Pour remplir une case : </a:t>
            </a:r>
          </a:p>
          <a:p>
            <a:pPr marL="685800" lvl="1" indent="-228600">
              <a:buFont typeface="Courier New"/>
              <a:buChar char="o"/>
            </a:pPr>
            <a:r>
              <a:rPr lang="fr-FR" sz="2400" dirty="0">
                <a:latin typeface="Cordia New"/>
                <a:ea typeface="Cambria"/>
                <a:cs typeface="Calibri" panose="020F0502020204030204"/>
              </a:rPr>
              <a:t>Trouver une personne dont la case est </a:t>
            </a:r>
            <a:r>
              <a:rPr lang="fr-FR" sz="2400" b="1" i="1" dirty="0">
                <a:latin typeface="Cordia New"/>
                <a:ea typeface="Cambria"/>
                <a:cs typeface="Calibri" panose="020F0502020204030204"/>
              </a:rPr>
              <a:t>identique</a:t>
            </a:r>
            <a:r>
              <a:rPr lang="fr-FR" sz="2400" dirty="0">
                <a:latin typeface="Cordia New"/>
                <a:ea typeface="Cambria"/>
                <a:cs typeface="Calibri" panose="020F0502020204030204"/>
              </a:rPr>
              <a:t> et </a:t>
            </a:r>
            <a:r>
              <a:rPr lang="fr-FR" sz="2400" b="1" i="1" dirty="0">
                <a:latin typeface="Cordia New"/>
                <a:ea typeface="Cambria"/>
                <a:cs typeface="Calibri" panose="020F0502020204030204"/>
              </a:rPr>
              <a:t>vide</a:t>
            </a:r>
          </a:p>
          <a:p>
            <a:pPr marL="685800" lvl="1" indent="-228600">
              <a:buFont typeface="Courier New"/>
              <a:buChar char="o"/>
            </a:pPr>
            <a:r>
              <a:rPr lang="fr-FR" sz="2400" dirty="0">
                <a:latin typeface="Cordia New"/>
                <a:ea typeface="Cambria"/>
                <a:cs typeface="Calibri" panose="020F0502020204030204"/>
              </a:rPr>
              <a:t>Discuter avec la personne pour trouver un point commun/se mettre d'accord sur la réponse</a:t>
            </a:r>
          </a:p>
          <a:p>
            <a:pPr marL="685800" lvl="1" indent="-228600">
              <a:buFont typeface="Courier New"/>
              <a:buChar char="o"/>
            </a:pPr>
            <a:r>
              <a:rPr lang="fr-FR" sz="2400" dirty="0">
                <a:latin typeface="Cordia New"/>
                <a:ea typeface="Cambria"/>
                <a:cs typeface="Calibri" panose="020F0502020204030204"/>
              </a:rPr>
              <a:t>Écrire la réponse et le nom de la personne</a:t>
            </a:r>
          </a:p>
          <a:p>
            <a:pPr marL="228600" indent="-228600">
              <a:buFont typeface="Symbol"/>
              <a:buChar char="•"/>
            </a:pPr>
            <a:r>
              <a:rPr lang="fr-FR" sz="2400" dirty="0">
                <a:solidFill>
                  <a:schemeClr val="accent1"/>
                </a:solidFill>
                <a:latin typeface="Cordia New"/>
                <a:ea typeface="Cambria"/>
                <a:cs typeface="Calibri" panose="020F0502020204030204"/>
              </a:rPr>
              <a:t>Fin du jeu : </a:t>
            </a:r>
          </a:p>
          <a:p>
            <a:pPr marL="685800" lvl="1" indent="-228600">
              <a:buFont typeface="Courier New"/>
              <a:buChar char="o"/>
            </a:pPr>
            <a:r>
              <a:rPr lang="fr-FR" sz="2400" dirty="0">
                <a:solidFill>
                  <a:srgbClr val="000000"/>
                </a:solidFill>
                <a:latin typeface="Cordia New"/>
                <a:ea typeface="Cambria"/>
                <a:cs typeface="Calibri" panose="020F0502020204030204"/>
              </a:rPr>
              <a:t>Une fois votre Bingo rempli, (criez "Bingo") et affichez votre fiche sur la vitre (scotch)</a:t>
            </a:r>
          </a:p>
          <a:p>
            <a:pPr marL="685800" lvl="1" indent="-228600">
              <a:buFont typeface="Courier New"/>
              <a:buChar char="o"/>
            </a:pPr>
            <a:r>
              <a:rPr lang="fr-FR" sz="2400" dirty="0">
                <a:latin typeface="Cordia New"/>
                <a:ea typeface="Cambria"/>
                <a:cs typeface="Calibri"/>
              </a:rPr>
              <a:t>Le jeu se termine lorsque tout le monde a rempli sa fiche</a:t>
            </a:r>
          </a:p>
        </p:txBody>
      </p:sp>
    </p:spTree>
    <p:extLst>
      <p:ext uri="{BB962C8B-B14F-4D97-AF65-F5344CB8AC3E}">
        <p14:creationId xmlns:p14="http://schemas.microsoft.com/office/powerpoint/2010/main" val="4274559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9C87E-7F84-DAF9-48A9-75458AE2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13C05-165E-F88C-9A5C-6FE7E8C6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45" y="125236"/>
            <a:ext cx="7298722" cy="768175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chemeClr val="accent1"/>
                </a:solidFill>
                <a:latin typeface="Cordia New"/>
                <a:ea typeface="Calibri Light"/>
                <a:cs typeface="Calibri Light"/>
              </a:rPr>
              <a:t>Exemple</a:t>
            </a:r>
            <a:endParaRPr lang="fr-FR" dirty="0">
              <a:solidFill>
                <a:schemeClr val="accent1"/>
              </a:solidFill>
            </a:endParaRPr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8103F43-AD8B-C489-0380-58E263243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015" y="125506"/>
            <a:ext cx="9367407" cy="6732494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074C1A93-B171-4364-39B6-6545DDFFBC0E}"/>
              </a:ext>
            </a:extLst>
          </p:cNvPr>
          <p:cNvGrpSpPr/>
          <p:nvPr/>
        </p:nvGrpSpPr>
        <p:grpSpPr>
          <a:xfrm>
            <a:off x="4500281" y="1183341"/>
            <a:ext cx="2465294" cy="638273"/>
            <a:chOff x="4500281" y="1183341"/>
            <a:chExt cx="2465294" cy="638273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D4EADB65-7AC5-D22D-4CC2-8559BC152E0E}"/>
                </a:ext>
              </a:extLst>
            </p:cNvPr>
            <p:cNvSpPr txBox="1"/>
            <p:nvPr/>
          </p:nvSpPr>
          <p:spPr>
            <a:xfrm>
              <a:off x="4742328" y="1183341"/>
              <a:ext cx="222324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dirty="0">
                  <a:ea typeface="Calibri"/>
                  <a:cs typeface="Calibri"/>
                </a:rPr>
                <a:t>Parmentier de canard</a:t>
              </a:r>
              <a:endParaRPr lang="fr-FR" dirty="0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B59312CF-CA1F-FB6F-29E2-5A1955226BB8}"/>
                </a:ext>
              </a:extLst>
            </p:cNvPr>
            <p:cNvSpPr txBox="1"/>
            <p:nvPr/>
          </p:nvSpPr>
          <p:spPr>
            <a:xfrm>
              <a:off x="4500281" y="1452282"/>
              <a:ext cx="96818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dirty="0">
                  <a:ea typeface="Calibri"/>
                  <a:cs typeface="Calibri"/>
                </a:rPr>
                <a:t>Auriane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44364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9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Introduction au projet collectif : Médiation Scientifique</vt:lpstr>
      <vt:lpstr>Principe</vt:lpstr>
      <vt:lpstr>Fête de la Science</vt:lpstr>
      <vt:lpstr>Hackathon</vt:lpstr>
      <vt:lpstr>Chronique Scientifique</vt:lpstr>
      <vt:lpstr>Projet collectif : Médiation Scientifique</vt:lpstr>
      <vt:lpstr>Répartition des groupes : jeu</vt:lpstr>
      <vt:lpstr>Répartition des groupes : jeu </vt:lpstr>
      <vt:lpstr>Exemple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revision>36</cp:revision>
  <dcterms:created xsi:type="dcterms:W3CDTF">2025-05-05T11:38:15Z</dcterms:created>
  <dcterms:modified xsi:type="dcterms:W3CDTF">2025-05-14T11:47:16Z</dcterms:modified>
</cp:coreProperties>
</file>